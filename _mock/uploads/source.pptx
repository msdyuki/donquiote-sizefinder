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2" r:id="rId2"/>
    <p:sldId id="308" r:id="rId3"/>
    <p:sldId id="309" r:id="rId4"/>
    <p:sldId id="285" r:id="rId5"/>
    <p:sldId id="303" r:id="rId6"/>
    <p:sldId id="304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350778-BCE4-4F02-8524-598C2E8DE283}" v="2054" dt="2026-02-08T00:31:25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/>
  </p:normalViewPr>
  <p:slideViewPr>
    <p:cSldViewPr snapToGrid="0">
      <p:cViewPr varScale="1">
        <p:scale>
          <a:sx n="91" d="100"/>
          <a:sy n="91" d="100"/>
        </p:scale>
        <p:origin x="4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吉田 和史 プロダク コテメデ コテリテ" userId="e5f1960a-757f-47c7-ac78-bdcba68e0bbc" providerId="ADAL" clId="{8D350778-BCE4-4F02-8524-598C2E8DE283}"/>
    <pc:docChg chg="undo custSel addSld delSld modSld sldOrd">
      <pc:chgData name="吉田 和史 プロダク コテメデ コテリテ" userId="e5f1960a-757f-47c7-ac78-bdcba68e0bbc" providerId="ADAL" clId="{8D350778-BCE4-4F02-8524-598C2E8DE283}" dt="2026-02-09T04:46:29.369" v="2064" actId="478"/>
      <pc:docMkLst>
        <pc:docMk/>
      </pc:docMkLst>
      <pc:sldChg chg="addSp modSp mod">
        <pc:chgData name="吉田 和史 プロダク コテメデ コテリテ" userId="e5f1960a-757f-47c7-ac78-bdcba68e0bbc" providerId="ADAL" clId="{8D350778-BCE4-4F02-8524-598C2E8DE283}" dt="2026-02-08T00:26:09.701" v="1853" actId="20577"/>
        <pc:sldMkLst>
          <pc:docMk/>
          <pc:sldMk cId="2807745248" sldId="285"/>
        </pc:sldMkLst>
        <pc:spChg chg="add mod">
          <ac:chgData name="吉田 和史 プロダク コテメデ コテリテ" userId="e5f1960a-757f-47c7-ac78-bdcba68e0bbc" providerId="ADAL" clId="{8D350778-BCE4-4F02-8524-598C2E8DE283}" dt="2026-02-08T00:01:59.389" v="952" actId="403"/>
          <ac:spMkLst>
            <pc:docMk/>
            <pc:sldMk cId="2807745248" sldId="285"/>
            <ac:spMk id="12" creationId="{5251047E-C9C5-58F3-A9CF-727EEF5513AC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6:09.701" v="1853" actId="20577"/>
          <ac:spMkLst>
            <pc:docMk/>
            <pc:sldMk cId="2807745248" sldId="285"/>
            <ac:spMk id="13" creationId="{1F9B35BD-7D71-FF0D-2B2A-09838C178107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7T23:55:24.815" v="864" actId="21"/>
          <ac:spMkLst>
            <pc:docMk/>
            <pc:sldMk cId="2807745248" sldId="285"/>
            <ac:spMk id="18" creationId="{7EED1112-60B3-9AF1-8E50-4AE7FC1A0B7D}"/>
          </ac:spMkLst>
        </pc:spChg>
      </pc:sldChg>
      <pc:sldChg chg="modSp mod">
        <pc:chgData name="吉田 和史 プロダク コテメデ コテリテ" userId="e5f1960a-757f-47c7-ac78-bdcba68e0bbc" providerId="ADAL" clId="{8D350778-BCE4-4F02-8524-598C2E8DE283}" dt="2026-02-08T00:31:25.290" v="2053" actId="20577"/>
        <pc:sldMkLst>
          <pc:docMk/>
          <pc:sldMk cId="4193101959" sldId="302"/>
        </pc:sldMkLst>
        <pc:spChg chg="mod">
          <ac:chgData name="吉田 和史 プロダク コテメデ コテリテ" userId="e5f1960a-757f-47c7-ac78-bdcba68e0bbc" providerId="ADAL" clId="{8D350778-BCE4-4F02-8524-598C2E8DE283}" dt="2026-02-08T00:31:25.290" v="2053" actId="20577"/>
          <ac:spMkLst>
            <pc:docMk/>
            <pc:sldMk cId="4193101959" sldId="302"/>
            <ac:spMk id="3" creationId="{4FB0CA37-3084-1890-200B-7041170F0CF7}"/>
          </ac:spMkLst>
        </pc:spChg>
      </pc:sldChg>
      <pc:sldChg chg="modSp mod">
        <pc:chgData name="吉田 和史 プロダク コテメデ コテリテ" userId="e5f1960a-757f-47c7-ac78-bdcba68e0bbc" providerId="ADAL" clId="{8D350778-BCE4-4F02-8524-598C2E8DE283}" dt="2026-02-08T00:27:32.132" v="1884" actId="1076"/>
        <pc:sldMkLst>
          <pc:docMk/>
          <pc:sldMk cId="4051617501" sldId="304"/>
        </pc:sldMkLst>
        <pc:picChg chg="mod">
          <ac:chgData name="吉田 和史 プロダク コテメデ コテリテ" userId="e5f1960a-757f-47c7-ac78-bdcba68e0bbc" providerId="ADAL" clId="{8D350778-BCE4-4F02-8524-598C2E8DE283}" dt="2026-02-08T00:27:32.132" v="1884" actId="1076"/>
          <ac:picMkLst>
            <pc:docMk/>
            <pc:sldMk cId="4051617501" sldId="304"/>
            <ac:picMk id="210" creationId="{51332582-8308-419D-5A00-EA61151804E1}"/>
          </ac:picMkLst>
        </pc:picChg>
      </pc:sldChg>
      <pc:sldChg chg="ord">
        <pc:chgData name="吉田 和史 プロダク コテメデ コテリテ" userId="e5f1960a-757f-47c7-ac78-bdcba68e0bbc" providerId="ADAL" clId="{8D350778-BCE4-4F02-8524-598C2E8DE283}" dt="2026-02-09T04:46:04.729" v="2059"/>
        <pc:sldMkLst>
          <pc:docMk/>
          <pc:sldMk cId="3057797010" sldId="305"/>
        </pc:sldMkLst>
      </pc:sldChg>
      <pc:sldChg chg="del">
        <pc:chgData name="吉田 和史 プロダク コテメデ コテリテ" userId="e5f1960a-757f-47c7-ac78-bdcba68e0bbc" providerId="ADAL" clId="{8D350778-BCE4-4F02-8524-598C2E8DE283}" dt="2026-02-08T00:20:41.619" v="1417" actId="47"/>
        <pc:sldMkLst>
          <pc:docMk/>
          <pc:sldMk cId="3894048915" sldId="306"/>
        </pc:sldMkLst>
      </pc:sldChg>
      <pc:sldChg chg="addSp delSp modSp add mod ord">
        <pc:chgData name="吉田 和史 プロダク コテメデ コテリテ" userId="e5f1960a-757f-47c7-ac78-bdcba68e0bbc" providerId="ADAL" clId="{8D350778-BCE4-4F02-8524-598C2E8DE283}" dt="2026-02-09T04:46:04.729" v="2059"/>
        <pc:sldMkLst>
          <pc:docMk/>
          <pc:sldMk cId="2631367907" sldId="307"/>
        </pc:sldMkLst>
        <pc:spChg chg="mod">
          <ac:chgData name="吉田 和史 プロダク コテメデ コテリテ" userId="e5f1960a-757f-47c7-ac78-bdcba68e0bbc" providerId="ADAL" clId="{8D350778-BCE4-4F02-8524-598C2E8DE283}" dt="2026-02-07T23:44:47.138" v="12"/>
          <ac:spMkLst>
            <pc:docMk/>
            <pc:sldMk cId="2631367907" sldId="307"/>
            <ac:spMk id="11" creationId="{7A14266A-09FC-5AFC-3AFB-A64E9A3B8160}"/>
          </ac:spMkLst>
        </pc:spChg>
        <pc:picChg chg="add mod">
          <ac:chgData name="吉田 和史 プロダク コテメデ コテリテ" userId="e5f1960a-757f-47c7-ac78-bdcba68e0bbc" providerId="ADAL" clId="{8D350778-BCE4-4F02-8524-598C2E8DE283}" dt="2026-02-07T23:44:17.119" v="9" actId="1076"/>
          <ac:picMkLst>
            <pc:docMk/>
            <pc:sldMk cId="2631367907" sldId="307"/>
            <ac:picMk id="9" creationId="{86B040D4-7F0A-C1ED-A162-C33D3F612681}"/>
          </ac:picMkLst>
        </pc:picChg>
      </pc:sldChg>
      <pc:sldChg chg="addSp delSp modSp add mod ord">
        <pc:chgData name="吉田 和史 プロダク コテメデ コテリテ" userId="e5f1960a-757f-47c7-ac78-bdcba68e0bbc" providerId="ADAL" clId="{8D350778-BCE4-4F02-8524-598C2E8DE283}" dt="2026-02-09T04:46:13.782" v="2061"/>
        <pc:sldMkLst>
          <pc:docMk/>
          <pc:sldMk cId="4205351757" sldId="308"/>
        </pc:sldMkLst>
        <pc:spChg chg="mod">
          <ac:chgData name="吉田 和史 プロダク コテメデ コテリテ" userId="e5f1960a-757f-47c7-ac78-bdcba68e0bbc" providerId="ADAL" clId="{8D350778-BCE4-4F02-8524-598C2E8DE283}" dt="2026-02-09T03:46:56.178" v="2057" actId="403"/>
          <ac:spMkLst>
            <pc:docMk/>
            <pc:sldMk cId="4205351757" sldId="308"/>
            <ac:spMk id="7" creationId="{AE694FD0-D719-1D79-2663-867C469098CC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7T23:46:32.052" v="36" actId="20577"/>
          <ac:spMkLst>
            <pc:docMk/>
            <pc:sldMk cId="4205351757" sldId="308"/>
            <ac:spMk id="8" creationId="{4FCB9F56-0E1B-5868-49E1-A63F6ABE0D99}"/>
          </ac:spMkLst>
        </pc:spChg>
        <pc:picChg chg="add del mod">
          <ac:chgData name="吉田 和史 プロダク コテメデ コテリテ" userId="e5f1960a-757f-47c7-ac78-bdcba68e0bbc" providerId="ADAL" clId="{8D350778-BCE4-4F02-8524-598C2E8DE283}" dt="2026-02-08T00:08:55.777" v="1002" actId="478"/>
          <ac:picMkLst>
            <pc:docMk/>
            <pc:sldMk cId="4205351757" sldId="308"/>
            <ac:picMk id="13" creationId="{8022CE84-DAE3-C9C1-DF09-92E5EBED454A}"/>
          </ac:picMkLst>
        </pc:picChg>
      </pc:sldChg>
      <pc:sldChg chg="addSp delSp modSp add mod ord">
        <pc:chgData name="吉田 和史 プロダク コテメデ コテリテ" userId="e5f1960a-757f-47c7-ac78-bdcba68e0bbc" providerId="ADAL" clId="{8D350778-BCE4-4F02-8524-598C2E8DE283}" dt="2026-02-09T04:46:16.033" v="2063"/>
        <pc:sldMkLst>
          <pc:docMk/>
          <pc:sldMk cId="2397403514" sldId="309"/>
        </pc:sldMkLst>
        <pc:spChg chg="add mod">
          <ac:chgData name="吉田 和史 プロダク コテメデ コテリテ" userId="e5f1960a-757f-47c7-ac78-bdcba68e0bbc" providerId="ADAL" clId="{8D350778-BCE4-4F02-8524-598C2E8DE283}" dt="2026-02-08T00:09:20.399" v="1011" actId="14100"/>
          <ac:spMkLst>
            <pc:docMk/>
            <pc:sldMk cId="2397403514" sldId="309"/>
            <ac:spMk id="3" creationId="{7F14DC7F-DCF2-9A60-5114-A37384C965FB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13:45.529" v="1056" actId="478"/>
          <ac:spMkLst>
            <pc:docMk/>
            <pc:sldMk cId="2397403514" sldId="309"/>
            <ac:spMk id="4" creationId="{877E036E-AF37-B41A-86FE-032949E509D7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08:35.243" v="974" actId="478"/>
          <ac:spMkLst>
            <pc:docMk/>
            <pc:sldMk cId="2397403514" sldId="309"/>
            <ac:spMk id="7" creationId="{DBAC3E39-B729-6714-89FB-8282C85D0667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0:28.258" v="1050" actId="20577"/>
          <ac:spMkLst>
            <pc:docMk/>
            <pc:sldMk cId="2397403514" sldId="309"/>
            <ac:spMk id="8" creationId="{6C784477-D2E9-E946-E39D-71516D2E6FB9}"/>
          </ac:spMkLst>
        </pc:spChg>
        <pc:picChg chg="add del mod">
          <ac:chgData name="吉田 和史 プロダク コテメデ コテリテ" userId="e5f1960a-757f-47c7-ac78-bdcba68e0bbc" providerId="ADAL" clId="{8D350778-BCE4-4F02-8524-598C2E8DE283}" dt="2026-02-08T00:13:26.623" v="1051" actId="478"/>
          <ac:picMkLst>
            <pc:docMk/>
            <pc:sldMk cId="2397403514" sldId="309"/>
            <ac:picMk id="6" creationId="{8A86E3C5-4725-E345-790F-CF6676F65511}"/>
          </ac:picMkLst>
        </pc:picChg>
        <pc:picChg chg="add del mod">
          <ac:chgData name="吉田 和史 プロダク コテメデ コテリテ" userId="e5f1960a-757f-47c7-ac78-bdcba68e0bbc" providerId="ADAL" clId="{8D350778-BCE4-4F02-8524-598C2E8DE283}" dt="2026-02-08T00:13:47.789" v="1057" actId="478"/>
          <ac:picMkLst>
            <pc:docMk/>
            <pc:sldMk cId="2397403514" sldId="309"/>
            <ac:picMk id="10" creationId="{A653FC2D-80CD-8884-058B-B048FCDB7848}"/>
          </ac:picMkLst>
        </pc:picChg>
        <pc:picChg chg="add mod">
          <ac:chgData name="吉田 和史 プロダク コテメデ コテリテ" userId="e5f1960a-757f-47c7-ac78-bdcba68e0bbc" providerId="ADAL" clId="{8D350778-BCE4-4F02-8524-598C2E8DE283}" dt="2026-02-08T00:16:02.678" v="1128" actId="1037"/>
          <ac:picMkLst>
            <pc:docMk/>
            <pc:sldMk cId="2397403514" sldId="309"/>
            <ac:picMk id="11" creationId="{C48AB9EC-2050-D75C-BC00-47EE6898209A}"/>
          </ac:picMkLst>
        </pc:picChg>
        <pc:picChg chg="add del mod">
          <ac:chgData name="吉田 和史 プロダク コテメデ コテリテ" userId="e5f1960a-757f-47c7-ac78-bdcba68e0bbc" providerId="ADAL" clId="{8D350778-BCE4-4F02-8524-598C2E8DE283}" dt="2026-02-08T00:14:53.608" v="1071" actId="478"/>
          <ac:picMkLst>
            <pc:docMk/>
            <pc:sldMk cId="2397403514" sldId="309"/>
            <ac:picMk id="12" creationId="{F3278F30-6F54-D5C7-119B-92B604C26245}"/>
          </ac:picMkLst>
        </pc:picChg>
        <pc:picChg chg="mod">
          <ac:chgData name="吉田 和史 プロダク コテメデ コテリテ" userId="e5f1960a-757f-47c7-ac78-bdcba68e0bbc" providerId="ADAL" clId="{8D350778-BCE4-4F02-8524-598C2E8DE283}" dt="2026-02-08T00:15:58.091" v="1122" actId="1037"/>
          <ac:picMkLst>
            <pc:docMk/>
            <pc:sldMk cId="2397403514" sldId="309"/>
            <ac:picMk id="13" creationId="{7763E602-98E7-949B-C94E-31D526C3CAE7}"/>
          </ac:picMkLst>
        </pc:picChg>
        <pc:picChg chg="add mod">
          <ac:chgData name="吉田 和史 プロダク コテメデ コテリテ" userId="e5f1960a-757f-47c7-ac78-bdcba68e0bbc" providerId="ADAL" clId="{8D350778-BCE4-4F02-8524-598C2E8DE283}" dt="2026-02-08T00:16:05.186" v="1140" actId="1037"/>
          <ac:picMkLst>
            <pc:docMk/>
            <pc:sldMk cId="2397403514" sldId="309"/>
            <ac:picMk id="14" creationId="{FAE7DEDB-C188-5540-C3F1-228B820D0D77}"/>
          </ac:picMkLst>
        </pc:picChg>
        <pc:picChg chg="add mod">
          <ac:chgData name="吉田 和史 プロダク コテメデ コテリテ" userId="e5f1960a-757f-47c7-ac78-bdcba68e0bbc" providerId="ADAL" clId="{8D350778-BCE4-4F02-8524-598C2E8DE283}" dt="2026-02-08T00:16:07.360" v="1148" actId="1037"/>
          <ac:picMkLst>
            <pc:docMk/>
            <pc:sldMk cId="2397403514" sldId="309"/>
            <ac:picMk id="15" creationId="{87494A94-4FEA-2AC6-23B5-125B3D37C21D}"/>
          </ac:picMkLst>
        </pc:picChg>
      </pc:sldChg>
      <pc:sldChg chg="addSp delSp modSp add mod">
        <pc:chgData name="吉田 和史 プロダク コテメデ コテリテ" userId="e5f1960a-757f-47c7-ac78-bdcba68e0bbc" providerId="ADAL" clId="{8D350778-BCE4-4F02-8524-598C2E8DE283}" dt="2026-02-09T04:46:29.369" v="2064" actId="478"/>
        <pc:sldMkLst>
          <pc:docMk/>
          <pc:sldMk cId="1543061191" sldId="310"/>
        </pc:sldMkLst>
        <pc:spChg chg="del">
          <ac:chgData name="吉田 和史 プロダク コテメデ コテリテ" userId="e5f1960a-757f-47c7-ac78-bdcba68e0bbc" providerId="ADAL" clId="{8D350778-BCE4-4F02-8524-598C2E8DE283}" dt="2026-02-08T00:14:21.117" v="1064" actId="478"/>
          <ac:spMkLst>
            <pc:docMk/>
            <pc:sldMk cId="1543061191" sldId="310"/>
            <ac:spMk id="3" creationId="{F13A6F8F-CE4E-5432-BC9B-C88F925975C5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4:28.960" v="1067" actId="1076"/>
          <ac:spMkLst>
            <pc:docMk/>
            <pc:sldMk cId="1543061191" sldId="310"/>
            <ac:spMk id="4" creationId="{803F9A3C-D606-546B-F9DE-41DB4577F401}"/>
          </ac:spMkLst>
        </pc:spChg>
        <pc:spChg chg="mod topLvl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12" creationId="{75157BC8-CD35-F35B-B163-706795D76517}"/>
          </ac:spMkLst>
        </pc:spChg>
        <pc:spChg chg="del mod topLvl">
          <ac:chgData name="吉田 和史 プロダク コテメデ コテリテ" userId="e5f1960a-757f-47c7-ac78-bdcba68e0bbc" providerId="ADAL" clId="{8D350778-BCE4-4F02-8524-598C2E8DE283}" dt="2026-02-09T04:46:29.369" v="2064" actId="478"/>
          <ac:spMkLst>
            <pc:docMk/>
            <pc:sldMk cId="1543061191" sldId="310"/>
            <ac:spMk id="15" creationId="{1D10F086-A98F-D433-9B7A-3F59C18374C8}"/>
          </ac:spMkLst>
        </pc:spChg>
        <pc:spChg chg="mod topLvl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16" creationId="{C1BCF3F4-6230-0D1E-87F0-B9ECA6F4702F}"/>
          </ac:spMkLst>
        </pc:spChg>
        <pc:spChg chg="mod topLvl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17" creationId="{781A9E94-7882-5D48-0EA3-7AF6D7274CE9}"/>
          </ac:spMkLst>
        </pc:spChg>
        <pc:spChg chg="mod topLvl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18" creationId="{8AC472CA-30F6-BC2E-8EC0-ED35897E0AAC}"/>
          </ac:spMkLst>
        </pc:spChg>
        <pc:spChg chg="mod topLvl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19" creationId="{1374A8EC-4BB8-C247-4A61-22E595D781F9}"/>
          </ac:spMkLst>
        </pc:spChg>
        <pc:spChg chg="mod topLvl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20" creationId="{6C9ACB3E-8670-1B0D-0FD4-216609953B87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21" creationId="{C9320813-D132-A90D-03A9-20E1310D2554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3:10.990" v="1525" actId="1037"/>
          <ac:spMkLst>
            <pc:docMk/>
            <pc:sldMk cId="1543061191" sldId="310"/>
            <ac:spMk id="22" creationId="{B7E7E5E8-225D-0F46-BD41-BB354A3D8185}"/>
          </ac:spMkLst>
        </pc:spChg>
        <pc:picChg chg="add mod">
          <ac:chgData name="吉田 和史 プロダク コテメデ コテリテ" userId="e5f1960a-757f-47c7-ac78-bdcba68e0bbc" providerId="ADAL" clId="{8D350778-BCE4-4F02-8524-598C2E8DE283}" dt="2026-02-08T00:20:12.816" v="1414" actId="14100"/>
          <ac:picMkLst>
            <pc:docMk/>
            <pc:sldMk cId="1543061191" sldId="310"/>
            <ac:picMk id="5" creationId="{CE17F876-25C1-15CA-4FA3-D7190F48686B}"/>
          </ac:picMkLst>
        </pc:picChg>
        <pc:picChg chg="add mod">
          <ac:chgData name="吉田 和史 プロダク コテメデ コテリテ" userId="e5f1960a-757f-47c7-ac78-bdcba68e0bbc" providerId="ADAL" clId="{8D350778-BCE4-4F02-8524-598C2E8DE283}" dt="2026-02-08T00:20:33.483" v="1416" actId="1076"/>
          <ac:picMkLst>
            <pc:docMk/>
            <pc:sldMk cId="1543061191" sldId="310"/>
            <ac:picMk id="6" creationId="{21384602-2948-F6B1-8734-3E01498E947B}"/>
          </ac:picMkLst>
        </pc:picChg>
        <pc:picChg chg="mod topLvl">
          <ac:chgData name="吉田 和史 プロダク コテメデ コテリテ" userId="e5f1960a-757f-47c7-ac78-bdcba68e0bbc" providerId="ADAL" clId="{8D350778-BCE4-4F02-8524-598C2E8DE283}" dt="2026-02-08T00:21:13.996" v="1422" actId="165"/>
          <ac:picMkLst>
            <pc:docMk/>
            <pc:sldMk cId="1543061191" sldId="310"/>
            <ac:picMk id="9" creationId="{B9503680-ADF8-4E88-3BF7-2022FE71DA95}"/>
          </ac:picMkLst>
        </pc:picChg>
        <pc:picChg chg="mod">
          <ac:chgData name="吉田 和史 プロダク コテメデ コテリテ" userId="e5f1960a-757f-47c7-ac78-bdcba68e0bbc" providerId="ADAL" clId="{8D350778-BCE4-4F02-8524-598C2E8DE283}" dt="2026-02-08T00:23:10.990" v="1525" actId="1037"/>
          <ac:picMkLst>
            <pc:docMk/>
            <pc:sldMk cId="1543061191" sldId="310"/>
            <ac:picMk id="10" creationId="{E5180B3F-447E-6C07-56D0-FD2CFA01DB04}"/>
          </ac:picMkLst>
        </pc:picChg>
        <pc:picChg chg="mod topLvl">
          <ac:chgData name="吉田 和史 プロダク コテメデ コテリテ" userId="e5f1960a-757f-47c7-ac78-bdcba68e0bbc" providerId="ADAL" clId="{8D350778-BCE4-4F02-8524-598C2E8DE283}" dt="2026-02-08T00:23:10.990" v="1525" actId="1037"/>
          <ac:picMkLst>
            <pc:docMk/>
            <pc:sldMk cId="1543061191" sldId="310"/>
            <ac:picMk id="11" creationId="{F1AB99E0-23D2-A728-DFB2-0E61F5A7D148}"/>
          </ac:picMkLst>
        </pc:picChg>
        <pc:picChg chg="del">
          <ac:chgData name="吉田 和史 プロダク コテメデ コテリテ" userId="e5f1960a-757f-47c7-ac78-bdcba68e0bbc" providerId="ADAL" clId="{8D350778-BCE4-4F02-8524-598C2E8DE283}" dt="2026-02-08T00:14:22.189" v="1065" actId="478"/>
          <ac:picMkLst>
            <pc:docMk/>
            <pc:sldMk cId="1543061191" sldId="310"/>
            <ac:picMk id="13" creationId="{B2D4E028-68B7-B1CF-CCD9-D161FDA9AA22}"/>
          </ac:picMkLst>
        </pc:picChg>
        <pc:picChg chg="mod topLvl">
          <ac:chgData name="吉田 和史 プロダク コテメデ コテリテ" userId="e5f1960a-757f-47c7-ac78-bdcba68e0bbc" providerId="ADAL" clId="{8D350778-BCE4-4F02-8524-598C2E8DE283}" dt="2026-02-08T00:21:25.115" v="1425" actId="1076"/>
          <ac:picMkLst>
            <pc:docMk/>
            <pc:sldMk cId="1543061191" sldId="310"/>
            <ac:picMk id="14" creationId="{6C04E3EC-8036-A8DF-1E7C-FA45EFD15778}"/>
          </ac:picMkLst>
        </pc:picChg>
        <pc:picChg chg="add mod">
          <ac:chgData name="吉田 和史 プロダク コテメデ コテリテ" userId="e5f1960a-757f-47c7-ac78-bdcba68e0bbc" providerId="ADAL" clId="{8D350778-BCE4-4F02-8524-598C2E8DE283}" dt="2026-02-08T00:23:24.604" v="1527" actId="1076"/>
          <ac:picMkLst>
            <pc:docMk/>
            <pc:sldMk cId="1543061191" sldId="310"/>
            <ac:picMk id="23" creationId="{641BF485-9F28-70ED-8C2F-C678B751FE3C}"/>
          </ac:picMkLst>
        </pc:picChg>
      </pc:sldChg>
      <pc:sldChg chg="addSp delSp modSp add del mod">
        <pc:chgData name="吉田 和史 プロダク コテメデ コテリテ" userId="e5f1960a-757f-47c7-ac78-bdcba68e0bbc" providerId="ADAL" clId="{8D350778-BCE4-4F02-8524-598C2E8DE283}" dt="2026-02-08T00:28:10.074" v="1898" actId="47"/>
        <pc:sldMkLst>
          <pc:docMk/>
          <pc:sldMk cId="2668492786" sldId="311"/>
        </pc:sldMkLst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2" creationId="{D0977467-30A7-3040-8293-B73680A00D6F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09.687" v="1264" actId="1038"/>
          <ac:spMkLst>
            <pc:docMk/>
            <pc:sldMk cId="2668492786" sldId="311"/>
            <ac:spMk id="4" creationId="{C8BEDB91-71E4-6E70-31C4-25679DDCCCAD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15.664" v="1315" actId="1037"/>
          <ac:spMkLst>
            <pc:docMk/>
            <pc:sldMk cId="2668492786" sldId="311"/>
            <ac:spMk id="5" creationId="{488A2387-8B3A-F3DC-6A59-7C2B720E1CC5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23.972" v="1319" actId="1036"/>
          <ac:spMkLst>
            <pc:docMk/>
            <pc:sldMk cId="2668492786" sldId="311"/>
            <ac:spMk id="6" creationId="{5E2ED5F8-DF33-364C-581A-719D3D492440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23.972" v="1319" actId="1036"/>
          <ac:spMkLst>
            <pc:docMk/>
            <pc:sldMk cId="2668492786" sldId="311"/>
            <ac:spMk id="7" creationId="{D6DCE7D6-9485-8F1C-2E58-5E4CE33BCBAF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6:24.772" v="1150" actId="478"/>
          <ac:spMkLst>
            <pc:docMk/>
            <pc:sldMk cId="2668492786" sldId="311"/>
            <ac:spMk id="9" creationId="{355AB61F-8EF1-E1A1-EA92-0F699C3311CA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23.972" v="1319" actId="1036"/>
          <ac:spMkLst>
            <pc:docMk/>
            <pc:sldMk cId="2668492786" sldId="311"/>
            <ac:spMk id="10" creationId="{17596845-0AD3-6125-FCDC-83834EDC9D21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12" creationId="{1700CE6E-FE00-5E6F-AC3D-6B79EEBECCF7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50.127" v="1368" actId="1035"/>
          <ac:spMkLst>
            <pc:docMk/>
            <pc:sldMk cId="2668492786" sldId="311"/>
            <ac:spMk id="13" creationId="{7C6915E0-57C0-4A0D-7442-82056771174F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50.127" v="1368" actId="1035"/>
          <ac:spMkLst>
            <pc:docMk/>
            <pc:sldMk cId="2668492786" sldId="311"/>
            <ac:spMk id="15" creationId="{DB7AAC0A-2B87-DD91-48FA-AA7EE4522D9E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50.127" v="1368" actId="1035"/>
          <ac:spMkLst>
            <pc:docMk/>
            <pc:sldMk cId="2668492786" sldId="311"/>
            <ac:spMk id="17" creationId="{5B910E05-C48B-2AD8-0AA3-453613B98596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56.631" v="1410" actId="1035"/>
          <ac:spMkLst>
            <pc:docMk/>
            <pc:sldMk cId="2668492786" sldId="311"/>
            <ac:spMk id="18" creationId="{3AB2F4B4-1875-E0ED-2BF9-5747CFA33693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56.631" v="1410" actId="1035"/>
          <ac:spMkLst>
            <pc:docMk/>
            <pc:sldMk cId="2668492786" sldId="311"/>
            <ac:spMk id="19" creationId="{0FFD807A-4902-A64B-F3DC-B3C861E198BF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19:56.631" v="1410" actId="1035"/>
          <ac:spMkLst>
            <pc:docMk/>
            <pc:sldMk cId="2668492786" sldId="311"/>
            <ac:spMk id="20" creationId="{D761D589-175C-FEA6-585F-F82751F7AAE5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27.182" v="1167" actId="478"/>
          <ac:spMkLst>
            <pc:docMk/>
            <pc:sldMk cId="2668492786" sldId="311"/>
            <ac:spMk id="33" creationId="{137AF2F1-79D4-74A9-F605-65B6D079D34E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29.925" v="1169" actId="478"/>
          <ac:spMkLst>
            <pc:docMk/>
            <pc:sldMk cId="2668492786" sldId="311"/>
            <ac:spMk id="34" creationId="{3FEC9B53-A223-1A99-A01F-E1E1085A9F1F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25.827" v="1166" actId="478"/>
          <ac:spMkLst>
            <pc:docMk/>
            <pc:sldMk cId="2668492786" sldId="311"/>
            <ac:spMk id="35" creationId="{D91289B3-711A-FFA6-E500-631D69A91C6F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28.869" v="1168" actId="478"/>
          <ac:spMkLst>
            <pc:docMk/>
            <pc:sldMk cId="2668492786" sldId="311"/>
            <ac:spMk id="36" creationId="{7AA77882-E73D-928B-FDF6-BBEFAD953FEB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41.828" v="1191" actId="14100"/>
          <ac:spMkLst>
            <pc:docMk/>
            <pc:sldMk cId="2668492786" sldId="311"/>
            <ac:spMk id="37" creationId="{62427454-CA85-41D7-DD16-41471EEE373F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39" creationId="{897EADE4-4244-F1F2-651E-EEC394D4D0A3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43" creationId="{B8159B95-0155-7C72-FD8C-ABFA7DA5C715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44" creationId="{86EE163C-7DD7-8AF5-0681-23EE96DA8DCE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45" creationId="{E86F006E-178A-ED59-805A-884797AAC19B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47" creationId="{8388D3CD-F36D-CB6E-C877-4BDE3E1F4C62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64" creationId="{4E6A0A3B-584D-880B-C620-6A4E5F7E6A07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65" creationId="{1420E992-FF17-9583-4758-7CF234811951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66" creationId="{D3197015-D1BF-A732-11E9-4005474F6BE2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67" creationId="{0012407F-0E82-2A3C-DC14-801D61736D1C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32.468" v="1170" actId="478"/>
          <ac:spMkLst>
            <pc:docMk/>
            <pc:sldMk cId="2668492786" sldId="311"/>
            <ac:spMk id="69" creationId="{F942AD37-C15A-205F-3D18-4F5CAA25F617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20.499" v="1163" actId="478"/>
          <ac:spMkLst>
            <pc:docMk/>
            <pc:sldMk cId="2668492786" sldId="311"/>
            <ac:spMk id="70" creationId="{73675170-758D-55A9-687B-CF2C719839A9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21.974" v="1164" actId="478"/>
          <ac:spMkLst>
            <pc:docMk/>
            <pc:sldMk cId="2668492786" sldId="311"/>
            <ac:spMk id="71" creationId="{66341F52-2DB4-8C8C-8136-931CDA3EE70C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73" creationId="{6E61FF6F-D07F-E959-319D-A1279C553D90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74" creationId="{1F9808B5-381C-05B8-812C-084902C88883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6:29.913" v="1151" actId="478"/>
          <ac:spMkLst>
            <pc:docMk/>
            <pc:sldMk cId="2668492786" sldId="311"/>
            <ac:spMk id="75" creationId="{B18D420F-103C-6B5D-0A80-631FCB5AB415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6:32.366" v="1152" actId="478"/>
          <ac:spMkLst>
            <pc:docMk/>
            <pc:sldMk cId="2668492786" sldId="311"/>
            <ac:spMk id="76" creationId="{C315F9D5-4A5C-C531-F676-ADB6F906400A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6:34.875" v="1153" actId="478"/>
          <ac:spMkLst>
            <pc:docMk/>
            <pc:sldMk cId="2668492786" sldId="311"/>
            <ac:spMk id="77" creationId="{FFB8C1F7-21EE-3C8A-957F-6DC2D64AA418}"/>
          </ac:spMkLst>
        </pc:spChg>
        <pc:spChg chg="add del">
          <ac:chgData name="吉田 和史 プロダク コテメデ コテリテ" userId="e5f1960a-757f-47c7-ac78-bdcba68e0bbc" providerId="ADAL" clId="{8D350778-BCE4-4F02-8524-598C2E8DE283}" dt="2026-02-08T00:17:06.081" v="1158" actId="478"/>
          <ac:spMkLst>
            <pc:docMk/>
            <pc:sldMk cId="2668492786" sldId="311"/>
            <ac:spMk id="78" creationId="{7F51DAB4-ED71-FE4A-5688-D769465FB2C4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10.068" v="1159" actId="478"/>
          <ac:spMkLst>
            <pc:docMk/>
            <pc:sldMk cId="2668492786" sldId="311"/>
            <ac:spMk id="79" creationId="{394F2D0D-9436-7996-1BC3-08EA49CC3808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10.068" v="1159" actId="478"/>
          <ac:spMkLst>
            <pc:docMk/>
            <pc:sldMk cId="2668492786" sldId="311"/>
            <ac:spMk id="80" creationId="{56928F36-B2DC-D100-680E-E5D0EC410540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10.068" v="1159" actId="478"/>
          <ac:spMkLst>
            <pc:docMk/>
            <pc:sldMk cId="2668492786" sldId="311"/>
            <ac:spMk id="81" creationId="{92B5961B-92E6-1259-5729-5D24944E3395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06.081" v="1158" actId="478"/>
          <ac:spMkLst>
            <pc:docMk/>
            <pc:sldMk cId="2668492786" sldId="311"/>
            <ac:spMk id="82" creationId="{6E2E8A82-319D-0304-39B3-FF56F5ACDC68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06.081" v="1158" actId="478"/>
          <ac:spMkLst>
            <pc:docMk/>
            <pc:sldMk cId="2668492786" sldId="311"/>
            <ac:spMk id="83" creationId="{E89848F6-5C90-4B51-0B8A-5DA3A8EFE9AF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12.976" v="1160" actId="478"/>
          <ac:spMkLst>
            <pc:docMk/>
            <pc:sldMk cId="2668492786" sldId="311"/>
            <ac:spMk id="84" creationId="{3A862894-AC00-38BA-2C07-CE03D7F563CF}"/>
          </ac:spMkLst>
        </pc:spChg>
        <pc:spChg chg="del mod">
          <ac:chgData name="吉田 和史 プロダク コテメデ コテリテ" userId="e5f1960a-757f-47c7-ac78-bdcba68e0bbc" providerId="ADAL" clId="{8D350778-BCE4-4F02-8524-598C2E8DE283}" dt="2026-02-08T00:17:12.976" v="1160" actId="478"/>
          <ac:spMkLst>
            <pc:docMk/>
            <pc:sldMk cId="2668492786" sldId="311"/>
            <ac:spMk id="85" creationId="{7A92FDEF-FC03-5565-C07B-0A02C6D1A85E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7:12.976" v="1160" actId="478"/>
          <ac:spMkLst>
            <pc:docMk/>
            <pc:sldMk cId="2668492786" sldId="311"/>
            <ac:spMk id="86" creationId="{F0A5FE06-9E8B-4866-100E-D616E46E15AF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89" creationId="{98FF048D-8C48-F793-9E91-69980736A1B8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91" creationId="{907A7C88-0281-7014-C2A5-868B22D36195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94" creationId="{1894CC5E-1C1C-9A01-3238-BA80AA96C545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95" creationId="{A243CA6E-4841-96E2-A729-C8D37B5CD20C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7:38.202" v="1190" actId="1036"/>
          <ac:spMkLst>
            <pc:docMk/>
            <pc:sldMk cId="2668492786" sldId="311"/>
            <ac:spMk id="97" creationId="{420EF0D5-6F30-E8E7-7FFB-83FB25F5263F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19:03.171" v="1218" actId="1035"/>
          <ac:spMkLst>
            <pc:docMk/>
            <pc:sldMk cId="2668492786" sldId="311"/>
            <ac:spMk id="99" creationId="{A79EE717-A077-8B60-E76B-AFC9ECCD2559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45.581" v="1208" actId="478"/>
          <ac:spMkLst>
            <pc:docMk/>
            <pc:sldMk cId="2668492786" sldId="311"/>
            <ac:spMk id="100" creationId="{A272BF69-1CA1-DA69-4A62-A6933A528774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48.032" v="1209" actId="478"/>
          <ac:spMkLst>
            <pc:docMk/>
            <pc:sldMk cId="2668492786" sldId="311"/>
            <ac:spMk id="101" creationId="{9FBC0CDF-C040-8718-DEDA-189290FB7A00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32.287" v="1322" actId="478"/>
          <ac:spMkLst>
            <pc:docMk/>
            <pc:sldMk cId="2668492786" sldId="311"/>
            <ac:spMk id="102" creationId="{3F702869-C556-07D6-DD81-F755A96BA463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29.744" v="1321" actId="478"/>
          <ac:spMkLst>
            <pc:docMk/>
            <pc:sldMk cId="2668492786" sldId="311"/>
            <ac:spMk id="103" creationId="{32E42DDD-8C68-9F8E-8DAC-69E8AAF1AAEB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26.790" v="1320" actId="478"/>
          <ac:spMkLst>
            <pc:docMk/>
            <pc:sldMk cId="2668492786" sldId="311"/>
            <ac:spMk id="104" creationId="{E1D899D8-4CDD-643E-B155-960646220007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36.543" v="1323" actId="478"/>
          <ac:spMkLst>
            <pc:docMk/>
            <pc:sldMk cId="2668492786" sldId="311"/>
            <ac:spMk id="105" creationId="{C1830183-3860-5583-FFD5-B3ACDA965EED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36.543" v="1323" actId="478"/>
          <ac:spMkLst>
            <pc:docMk/>
            <pc:sldMk cId="2668492786" sldId="311"/>
            <ac:spMk id="106" creationId="{828FEEF9-9F5F-5DC3-5195-734F4C6F2D27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36.543" v="1323" actId="478"/>
          <ac:spMkLst>
            <pc:docMk/>
            <pc:sldMk cId="2668492786" sldId="311"/>
            <ac:spMk id="107" creationId="{3C23FA13-0C74-0BA7-F37A-F4AC78996481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39.228" v="1324" actId="478"/>
          <ac:spMkLst>
            <pc:docMk/>
            <pc:sldMk cId="2668492786" sldId="311"/>
            <ac:spMk id="108" creationId="{05543692-B8FE-A153-163E-6F38D574E9AC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39.228" v="1324" actId="478"/>
          <ac:spMkLst>
            <pc:docMk/>
            <pc:sldMk cId="2668492786" sldId="311"/>
            <ac:spMk id="109" creationId="{4CE8128A-903D-52F7-EAA5-C486888C0515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9:39.228" v="1324" actId="478"/>
          <ac:spMkLst>
            <pc:docMk/>
            <pc:sldMk cId="2668492786" sldId="311"/>
            <ac:spMk id="110" creationId="{E6F92C26-75E9-C9D6-C648-FAE27E5E1738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28.762" v="1200" actId="478"/>
          <ac:spMkLst>
            <pc:docMk/>
            <pc:sldMk cId="2668492786" sldId="311"/>
            <ac:spMk id="112" creationId="{7BC9430B-2E1C-67BC-6C07-0E68B2BA2AD0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25.786" v="1199" actId="478"/>
          <ac:spMkLst>
            <pc:docMk/>
            <pc:sldMk cId="2668492786" sldId="311"/>
            <ac:spMk id="113" creationId="{9A4BF2F2-D93C-C176-00B5-92EB1D7F214C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116" creationId="{792361FA-8CFF-0DC0-8B5A-8D566072DDF9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18:18.842" v="1197" actId="478"/>
          <ac:spMkLst>
            <pc:docMk/>
            <pc:sldMk cId="2668492786" sldId="311"/>
            <ac:spMk id="117" creationId="{AB7F0397-1239-443C-C138-C8B06F0A8E65}"/>
          </ac:spMkLst>
        </pc:spChg>
        <pc:picChg chg="add mod modCrop">
          <ac:chgData name="吉田 和史 プロダク コテメデ コテリテ" userId="e5f1960a-757f-47c7-ac78-bdcba68e0bbc" providerId="ADAL" clId="{8D350778-BCE4-4F02-8524-598C2E8DE283}" dt="2026-02-08T00:18:09.530" v="1196" actId="732"/>
          <ac:picMkLst>
            <pc:docMk/>
            <pc:sldMk cId="2668492786" sldId="311"/>
            <ac:picMk id="3" creationId="{67EE1D50-23E2-0F00-03A1-B9D96A10488E}"/>
          </ac:picMkLst>
        </pc:picChg>
        <pc:picChg chg="del">
          <ac:chgData name="吉田 和史 プロダク コテメデ コテリテ" userId="e5f1960a-757f-47c7-ac78-bdcba68e0bbc" providerId="ADAL" clId="{8D350778-BCE4-4F02-8524-598C2E8DE283}" dt="2026-02-08T00:16:24.772" v="1150" actId="478"/>
          <ac:picMkLst>
            <pc:docMk/>
            <pc:sldMk cId="2668492786" sldId="311"/>
            <ac:picMk id="32" creationId="{04E50277-38BF-EC14-D61C-9348BD309104}"/>
          </ac:picMkLst>
        </pc:picChg>
        <pc:picChg chg="del">
          <ac:chgData name="吉田 和史 プロダク コテメデ コテリテ" userId="e5f1960a-757f-47c7-ac78-bdcba68e0bbc" providerId="ADAL" clId="{8D350778-BCE4-4F02-8524-598C2E8DE283}" dt="2026-02-08T00:17:23.439" v="1165" actId="478"/>
          <ac:picMkLst>
            <pc:docMk/>
            <pc:sldMk cId="2668492786" sldId="311"/>
            <ac:picMk id="51" creationId="{EE93E969-BA38-9063-20AF-D3D9FD021D0B}"/>
          </ac:picMkLst>
        </pc:picChg>
        <pc:picChg chg="del">
          <ac:chgData name="吉田 和史 プロダク コテメデ コテリテ" userId="e5f1960a-757f-47c7-ac78-bdcba68e0bbc" providerId="ADAL" clId="{8D350778-BCE4-4F02-8524-598C2E8DE283}" dt="2026-02-08T00:18:22.688" v="1198" actId="478"/>
          <ac:picMkLst>
            <pc:docMk/>
            <pc:sldMk cId="2668492786" sldId="311"/>
            <ac:picMk id="111" creationId="{EDE3CFD4-BC67-001E-2E11-5DE18D78CDE2}"/>
          </ac:picMkLst>
        </pc:picChg>
        <pc:cxnChg chg="del mod">
          <ac:chgData name="吉田 和史 プロダク コテメデ コテリテ" userId="e5f1960a-757f-47c7-ac78-bdcba68e0bbc" providerId="ADAL" clId="{8D350778-BCE4-4F02-8524-598C2E8DE283}" dt="2026-02-08T00:17:18.127" v="1162" actId="478"/>
          <ac:cxnSpMkLst>
            <pc:docMk/>
            <pc:sldMk cId="2668492786" sldId="311"/>
            <ac:cxnSpMk id="114" creationId="{4C5B883D-2DAE-63A7-0990-659C9FFC0D87}"/>
          </ac:cxnSpMkLst>
        </pc:cxnChg>
      </pc:sldChg>
      <pc:sldChg chg="addSp delSp modSp add mod">
        <pc:chgData name="吉田 和史 プロダク コテメデ コテリテ" userId="e5f1960a-757f-47c7-ac78-bdcba68e0bbc" providerId="ADAL" clId="{8D350778-BCE4-4F02-8524-598C2E8DE283}" dt="2026-02-08T00:25:12.035" v="1619" actId="20577"/>
        <pc:sldMkLst>
          <pc:docMk/>
          <pc:sldMk cId="1819655653" sldId="312"/>
        </pc:sldMkLst>
        <pc:spChg chg="del">
          <ac:chgData name="吉田 和史 プロダク コテメデ コテリテ" userId="e5f1960a-757f-47c7-ac78-bdcba68e0bbc" providerId="ADAL" clId="{8D350778-BCE4-4F02-8524-598C2E8DE283}" dt="2026-02-08T00:23:50.186" v="1529" actId="478"/>
          <ac:spMkLst>
            <pc:docMk/>
            <pc:sldMk cId="1819655653" sldId="312"/>
            <ac:spMk id="3" creationId="{8F004C8B-DED6-55FE-248B-A12BFF8261C8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4:02.702" v="1550" actId="478"/>
          <ac:spMkLst>
            <pc:docMk/>
            <pc:sldMk cId="1819655653" sldId="312"/>
            <ac:spMk id="4" creationId="{BEE8ACE3-1F2B-2E55-520C-285545A4CF53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3:58.816" v="1549" actId="20577"/>
          <ac:spMkLst>
            <pc:docMk/>
            <pc:sldMk cId="1819655653" sldId="312"/>
            <ac:spMk id="7" creationId="{9DBDAA02-B68E-6938-693E-83C5453B0EDE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05.349" v="1591" actId="20577"/>
          <ac:spMkLst>
            <pc:docMk/>
            <pc:sldMk cId="1819655653" sldId="312"/>
            <ac:spMk id="10" creationId="{AAD3FA16-547B-D2E5-4DC2-D16AB35D748F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11" creationId="{B271801E-3D20-E12C-53B9-5B88499983B8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12.035" v="1619" actId="20577"/>
          <ac:spMkLst>
            <pc:docMk/>
            <pc:sldMk cId="1819655653" sldId="312"/>
            <ac:spMk id="13" creationId="{E30064FC-0CBC-E2E8-C996-B63E3C4B378D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4:02.702" v="1550" actId="478"/>
          <ac:spMkLst>
            <pc:docMk/>
            <pc:sldMk cId="1819655653" sldId="312"/>
            <ac:spMk id="15" creationId="{26F10535-4FDE-F782-A88D-F6007993132B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4:02.702" v="1550" actId="478"/>
          <ac:spMkLst>
            <pc:docMk/>
            <pc:sldMk cId="1819655653" sldId="312"/>
            <ac:spMk id="17" creationId="{F760EAF5-2CAF-148A-9C66-0FF14A7278D8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21" creationId="{1882422C-E20E-3B4A-BDD7-CB5983BF9D89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23" creationId="{2506E047-54FE-DA53-3B92-A50005390FA1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24" creationId="{16BBDA04-8737-CBCB-42CD-6A3C967E7BCD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3:50.186" v="1529" actId="478"/>
          <ac:spMkLst>
            <pc:docMk/>
            <pc:sldMk cId="1819655653" sldId="312"/>
            <ac:spMk id="25" creationId="{E0EAF967-786E-D199-4EF9-B6A22107257F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3:50.186" v="1529" actId="478"/>
          <ac:spMkLst>
            <pc:docMk/>
            <pc:sldMk cId="1819655653" sldId="312"/>
            <ac:spMk id="26" creationId="{3095ADAF-50CD-73E6-8306-76583418867A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3:50.186" v="1529" actId="478"/>
          <ac:spMkLst>
            <pc:docMk/>
            <pc:sldMk cId="1819655653" sldId="312"/>
            <ac:spMk id="27" creationId="{EE57CEC3-268E-1B2E-0D92-D8D84D8EF9A6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4:02.702" v="1550" actId="478"/>
          <ac:spMkLst>
            <pc:docMk/>
            <pc:sldMk cId="1819655653" sldId="312"/>
            <ac:spMk id="28" creationId="{0327E36B-554E-167D-4781-62457A1891BE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4:02.702" v="1550" actId="478"/>
          <ac:spMkLst>
            <pc:docMk/>
            <pc:sldMk cId="1819655653" sldId="312"/>
            <ac:spMk id="29" creationId="{98327FE6-56ED-BBAE-94CD-5021954285D7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57" creationId="{C5DDD690-B5B8-A94A-8DC6-CD85938B7103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67" creationId="{BE3535B0-27FB-1B8C-2C23-1C1DEADB88CB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68" creationId="{8247C22A-5A48-F9AB-024A-BAC84CD1AE09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73" creationId="{1EEDD7D3-0A47-61CA-9731-1274F93B75D0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76" creationId="{923F789B-0C66-FB76-F7BE-F411C117C4BC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15.034" v="1564" actId="1036"/>
          <ac:spMkLst>
            <pc:docMk/>
            <pc:sldMk cId="1819655653" sldId="312"/>
            <ac:spMk id="77" creationId="{05C427BE-FBDE-3F4F-7CDF-AF5DE3A5D122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81" creationId="{DE9853C2-E47F-3563-E908-D59DA0361D73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84" creationId="{10FD968A-0A18-09A2-1FFD-B5BB92D46C3E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92" creationId="{4CAF4E8A-0EC8-4439-413B-8DB760190F76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95" creationId="{5D8D418F-18C8-C050-30F7-26BAB34DB0C6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110" creationId="{2E57BD13-7B3C-1C1D-BB12-DFBD4D674837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111" creationId="{6B50DAA5-E508-23C3-1190-0C48B937A3B7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112" creationId="{E5E6014D-7350-91D0-F3D1-17FA2B233BC8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119" creationId="{FD94C614-A18E-6E6E-0BF5-88F671FA5955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122" creationId="{2FE17641-C2FF-0EA3-5415-82C7141CD686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22.525" v="1566" actId="1076"/>
          <ac:spMkLst>
            <pc:docMk/>
            <pc:sldMk cId="1819655653" sldId="312"/>
            <ac:spMk id="127" creationId="{7CE39478-91DC-18C0-0737-337543D4A99C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35" creationId="{A15F0FF3-A031-2C5B-A21B-1C8111363715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37" creationId="{F3D2B4D3-1B2F-5DA3-FF5C-A3466D50AD71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38" creationId="{DEE540E5-B42A-BB28-1C79-252B25EF9F3A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39" creationId="{BD7D3604-84E8-7E8B-9EE9-7F373F6E679C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40" creationId="{77523249-22C2-32A4-7D3F-9A2E7FFB29D1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41" creationId="{511C7F71-37B3-B9F7-AB4D-E09DE7AE3BCD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42" creationId="{4C18A13D-3FBD-DCEB-11E7-9849CF794E55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4:36.931" v="1568" actId="1076"/>
          <ac:spMkLst>
            <pc:docMk/>
            <pc:sldMk cId="1819655653" sldId="312"/>
            <ac:spMk id="143" creationId="{096A6DC3-4F93-148D-AED6-63825B9801F6}"/>
          </ac:spMkLst>
        </pc:spChg>
        <pc:picChg chg="add mod">
          <ac:chgData name="吉田 和史 プロダク コテメデ コテリテ" userId="e5f1960a-757f-47c7-ac78-bdcba68e0bbc" providerId="ADAL" clId="{8D350778-BCE4-4F02-8524-598C2E8DE283}" dt="2026-02-08T00:24:36.931" v="1568" actId="1076"/>
          <ac:picMkLst>
            <pc:docMk/>
            <pc:sldMk cId="1819655653" sldId="312"/>
            <ac:picMk id="134" creationId="{80A4B18F-D8B2-A164-854D-06CE5477EA4F}"/>
          </ac:picMkLst>
        </pc:picChg>
        <pc:picChg chg="add mod">
          <ac:chgData name="吉田 和史 プロダク コテメデ コテリテ" userId="e5f1960a-757f-47c7-ac78-bdcba68e0bbc" providerId="ADAL" clId="{8D350778-BCE4-4F02-8524-598C2E8DE283}" dt="2026-02-08T00:24:36.931" v="1568" actId="1076"/>
          <ac:picMkLst>
            <pc:docMk/>
            <pc:sldMk cId="1819655653" sldId="312"/>
            <ac:picMk id="136" creationId="{2C66CE3A-B31C-D19C-2F20-1359E4FAE749}"/>
          </ac:picMkLst>
        </pc:picChg>
      </pc:sldChg>
      <pc:sldChg chg="addSp delSp modSp add mod">
        <pc:chgData name="吉田 和史 プロダク コテメデ コテリテ" userId="e5f1960a-757f-47c7-ac78-bdcba68e0bbc" providerId="ADAL" clId="{8D350778-BCE4-4F02-8524-598C2E8DE283}" dt="2026-02-08T00:26:30.023" v="1871" actId="20577"/>
        <pc:sldMkLst>
          <pc:docMk/>
          <pc:sldMk cId="1638323990" sldId="313"/>
        </pc:sldMkLst>
        <pc:spChg chg="del">
          <ac:chgData name="吉田 和史 プロダク コテメデ コテリテ" userId="e5f1960a-757f-47c7-ac78-bdcba68e0bbc" providerId="ADAL" clId="{8D350778-BCE4-4F02-8524-598C2E8DE283}" dt="2026-02-08T00:25:18.718" v="1620" actId="478"/>
          <ac:spMkLst>
            <pc:docMk/>
            <pc:sldMk cId="1638323990" sldId="313"/>
            <ac:spMk id="2" creationId="{802A8300-604A-CFD8-4DB4-14230A5E91CE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3" creationId="{E52EFC3E-C055-EAC4-4B44-88A60DC9BB5E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4" creationId="{10F28CEB-68FF-FD36-504B-9C2A7131C8A3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5:18.718" v="1620" actId="478"/>
          <ac:spMkLst>
            <pc:docMk/>
            <pc:sldMk cId="1638323990" sldId="313"/>
            <ac:spMk id="5" creationId="{810E7C79-ED55-A57E-A1D5-B73612E59DE8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5:18.718" v="1620" actId="478"/>
          <ac:spMkLst>
            <pc:docMk/>
            <pc:sldMk cId="1638323990" sldId="313"/>
            <ac:spMk id="6" creationId="{B5F72BCE-B93E-D9B7-A2B7-4DF05CC0CA5A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5:18.718" v="1620" actId="478"/>
          <ac:spMkLst>
            <pc:docMk/>
            <pc:sldMk cId="1638323990" sldId="313"/>
            <ac:spMk id="7" creationId="{2A9779F7-28D3-3496-791E-74200DEBE6CB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9" creationId="{C35BBCA8-3C04-0E32-129D-44DA8BB867D0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56.410" v="1841" actId="20577"/>
          <ac:spMkLst>
            <pc:docMk/>
            <pc:sldMk cId="1638323990" sldId="313"/>
            <ac:spMk id="10" creationId="{8394F653-A8CE-5B6F-A1C5-6AF0CC65E080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5:49.775" v="1837" actId="1037"/>
          <ac:spMkLst>
            <pc:docMk/>
            <pc:sldMk cId="1638323990" sldId="313"/>
            <ac:spMk id="11" creationId="{6378652D-375F-AF07-0D37-CEA609E6FAFC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5:18.718" v="1620" actId="478"/>
          <ac:spMkLst>
            <pc:docMk/>
            <pc:sldMk cId="1638323990" sldId="313"/>
            <ac:spMk id="12" creationId="{1B3C62AE-8C49-7884-FCAC-490B068BFD09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6:02.841" v="1849" actId="20577"/>
          <ac:spMkLst>
            <pc:docMk/>
            <pc:sldMk cId="1638323990" sldId="313"/>
            <ac:spMk id="13" creationId="{84DE25F1-3D70-AAF6-2E63-35F73EEE6199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15" creationId="{9B8B4234-6AFC-0494-A910-47DCAC27F8BF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17" creationId="{065F8628-0B5F-ECA7-8036-42967F6C66B2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5:18.718" v="1620" actId="478"/>
          <ac:spMkLst>
            <pc:docMk/>
            <pc:sldMk cId="1638323990" sldId="313"/>
            <ac:spMk id="18" creationId="{EED85ED5-7E9D-05A5-1F1C-64811BE239D9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6:30.023" v="1871" actId="20577"/>
          <ac:spMkLst>
            <pc:docMk/>
            <pc:sldMk cId="1638323990" sldId="313"/>
            <ac:spMk id="20" creationId="{43978385-A96F-0284-11CA-D5786F4D4DD4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25" creationId="{74C8BC8A-7868-2CD1-93CA-84C8C1300930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26" creationId="{C4D0FBE8-F435-5549-D0EC-CF0D0ADBB232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5:25.509" v="1693" actId="1037"/>
          <ac:spMkLst>
            <pc:docMk/>
            <pc:sldMk cId="1638323990" sldId="313"/>
            <ac:spMk id="27" creationId="{DCBBA829-D599-55FC-A3BB-9B6984ED985B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5:18.718" v="1620" actId="478"/>
          <ac:spMkLst>
            <pc:docMk/>
            <pc:sldMk cId="1638323990" sldId="313"/>
            <ac:spMk id="30" creationId="{F24E94D6-0B2D-4EB0-0E88-8AF1E39B8511}"/>
          </ac:spMkLst>
        </pc:spChg>
        <pc:picChg chg="del">
          <ac:chgData name="吉田 和史 プロダク コテメデ コテリテ" userId="e5f1960a-757f-47c7-ac78-bdcba68e0bbc" providerId="ADAL" clId="{8D350778-BCE4-4F02-8524-598C2E8DE283}" dt="2026-02-08T00:25:18.718" v="1620" actId="478"/>
          <ac:picMkLst>
            <pc:docMk/>
            <pc:sldMk cId="1638323990" sldId="313"/>
            <ac:picMk id="14" creationId="{616FC197-342A-940B-2FCA-E4F572C44A90}"/>
          </ac:picMkLst>
        </pc:picChg>
        <pc:picChg chg="add mod">
          <ac:chgData name="吉田 和史 プロダク コテメデ コテリテ" userId="e5f1960a-757f-47c7-ac78-bdcba68e0bbc" providerId="ADAL" clId="{8D350778-BCE4-4F02-8524-598C2E8DE283}" dt="2026-02-08T00:25:49.775" v="1837" actId="1037"/>
          <ac:picMkLst>
            <pc:docMk/>
            <pc:sldMk cId="1638323990" sldId="313"/>
            <ac:picMk id="16" creationId="{EF2EEAC5-FA62-5B6D-002F-8799E3ABB73A}"/>
          </ac:picMkLst>
        </pc:picChg>
        <pc:picChg chg="del">
          <ac:chgData name="吉田 和史 プロダク コテメデ コテリテ" userId="e5f1960a-757f-47c7-ac78-bdcba68e0bbc" providerId="ADAL" clId="{8D350778-BCE4-4F02-8524-598C2E8DE283}" dt="2026-02-08T00:25:18.718" v="1620" actId="478"/>
          <ac:picMkLst>
            <pc:docMk/>
            <pc:sldMk cId="1638323990" sldId="313"/>
            <ac:picMk id="19" creationId="{27E10DA0-EEE7-9702-BA3B-D077DF197BB7}"/>
          </ac:picMkLst>
        </pc:picChg>
        <pc:picChg chg="del">
          <ac:chgData name="吉田 和史 プロダク コテメデ コテリテ" userId="e5f1960a-757f-47c7-ac78-bdcba68e0bbc" providerId="ADAL" clId="{8D350778-BCE4-4F02-8524-598C2E8DE283}" dt="2026-02-08T00:25:18.718" v="1620" actId="478"/>
          <ac:picMkLst>
            <pc:docMk/>
            <pc:sldMk cId="1638323990" sldId="313"/>
            <ac:picMk id="31" creationId="{4FA1A753-B61B-27E0-62D1-B9654B5E62AD}"/>
          </ac:picMkLst>
        </pc:picChg>
      </pc:sldChg>
      <pc:sldChg chg="addSp delSp modSp add mod">
        <pc:chgData name="吉田 和史 プロダク コテメデ コテリテ" userId="e5f1960a-757f-47c7-ac78-bdcba68e0bbc" providerId="ADAL" clId="{8D350778-BCE4-4F02-8524-598C2E8DE283}" dt="2026-02-08T00:29:58.359" v="2048" actId="20577"/>
        <pc:sldMkLst>
          <pc:docMk/>
          <pc:sldMk cId="551545282" sldId="314"/>
        </pc:sldMkLst>
        <pc:spChg chg="mod">
          <ac:chgData name="吉田 和史 プロダク コテメデ コテリテ" userId="e5f1960a-757f-47c7-ac78-bdcba68e0bbc" providerId="ADAL" clId="{8D350778-BCE4-4F02-8524-598C2E8DE283}" dt="2026-02-08T00:28:47.890" v="1933" actId="1038"/>
          <ac:spMkLst>
            <pc:docMk/>
            <pc:sldMk cId="551545282" sldId="314"/>
            <ac:spMk id="2" creationId="{863DE361-E00F-8181-CCCF-D6C81F568070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9:36.148" v="1972" actId="478"/>
          <ac:spMkLst>
            <pc:docMk/>
            <pc:sldMk cId="551545282" sldId="314"/>
            <ac:spMk id="3" creationId="{C035B1FA-30CC-9844-5F74-FDE289F3AD9D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4" creationId="{2C475E48-146B-4B55-BA11-BF21E9CCEE10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8:47.890" v="1933" actId="1038"/>
          <ac:spMkLst>
            <pc:docMk/>
            <pc:sldMk cId="551545282" sldId="314"/>
            <ac:spMk id="5" creationId="{438B8DC4-2E2F-E3D1-CA6D-521216FAEC72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7" creationId="{6A37A33E-57A3-093A-02FE-DD81E4F1B415}"/>
          </ac:spMkLst>
        </pc:spChg>
        <pc:spChg chg="del mod">
          <ac:chgData name="吉田 和史 プロダク コテメデ コテリテ" userId="e5f1960a-757f-47c7-ac78-bdcba68e0bbc" providerId="ADAL" clId="{8D350778-BCE4-4F02-8524-598C2E8DE283}" dt="2026-02-08T00:28:50.621" v="1935" actId="478"/>
          <ac:spMkLst>
            <pc:docMk/>
            <pc:sldMk cId="551545282" sldId="314"/>
            <ac:spMk id="9" creationId="{8E7A0736-7B7C-954E-9F49-3C3BC018D722}"/>
          </ac:spMkLst>
        </pc:spChg>
        <pc:spChg chg="del mod">
          <ac:chgData name="吉田 和史 プロダク コテメデ コテリテ" userId="e5f1960a-757f-47c7-ac78-bdcba68e0bbc" providerId="ADAL" clId="{8D350778-BCE4-4F02-8524-598C2E8DE283}" dt="2026-02-08T00:29:36.148" v="1972" actId="478"/>
          <ac:spMkLst>
            <pc:docMk/>
            <pc:sldMk cId="551545282" sldId="314"/>
            <ac:spMk id="10" creationId="{8D150E3D-1008-DFCF-B1F2-37063FDED866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11" creationId="{196B9A95-509D-F49B-669E-A7C13388A6E9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13" creationId="{07C41EDC-1BDE-A076-1938-A26AD52EBE77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14" creationId="{19C487AC-E78F-D630-03BD-9C108D842919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15" creationId="{E0867CBB-CB83-803C-30C4-0ECA2690EE7D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17" creationId="{3EEE4E4F-9ECF-D8E2-A90F-7DE2D1F934B7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8:47.890" v="1933" actId="1038"/>
          <ac:spMkLst>
            <pc:docMk/>
            <pc:sldMk cId="551545282" sldId="314"/>
            <ac:spMk id="18" creationId="{91375BEC-5DC9-0DAC-B89F-14134A56C3AD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20" creationId="{1E49C9F3-5061-68E4-BCF5-560D45C17257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22" creationId="{76CB6573-C0A7-45A6-BB62-693449ADF961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24" creationId="{1E26135E-27E6-4873-D33E-F32F093E77CF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9:36.148" v="1972" actId="478"/>
          <ac:spMkLst>
            <pc:docMk/>
            <pc:sldMk cId="551545282" sldId="314"/>
            <ac:spMk id="25" creationId="{843A2C8C-4CE0-A816-7449-C13B93FE9DC6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9:36.148" v="1972" actId="478"/>
          <ac:spMkLst>
            <pc:docMk/>
            <pc:sldMk cId="551545282" sldId="314"/>
            <ac:spMk id="26" creationId="{78EA853D-057D-D57F-8BA5-8F15F0BDF7BF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9:36.148" v="1972" actId="478"/>
          <ac:spMkLst>
            <pc:docMk/>
            <pc:sldMk cId="551545282" sldId="314"/>
            <ac:spMk id="27" creationId="{98CC827E-B43B-F85C-F152-F1586CDB9A76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28" creationId="{C31AD39A-D4A6-8DAD-0FFA-529C1877BCC7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6:43.227" v="1877" actId="478"/>
          <ac:spMkLst>
            <pc:docMk/>
            <pc:sldMk cId="551545282" sldId="314"/>
            <ac:spMk id="29" creationId="{2D734EB7-8FA4-BD55-6D0E-1FFFC7C8BEA1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37" creationId="{52E2DA6D-0D8E-9510-1F4E-8A518E138566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53" creationId="{AE6C79CE-808E-EFC0-C579-B45DCCE4815A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54" creationId="{BDAC323D-0952-ACC3-157B-62D42469701B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55" creationId="{56089619-E490-00BB-1365-D64DCB2CEFDD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59" creationId="{E30F17E2-7A79-298C-04D0-8313CE0971A6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60" creationId="{46DF4569-9B8B-3B24-5013-00F5BF97D871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64" creationId="{2201222D-2CE9-4EAD-572F-4662730EC3DB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65" creationId="{35A14CAC-375B-93BF-21B8-C6E3C256580E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69" creationId="{478FCE67-74D9-0478-F577-33E1B493A12A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70" creationId="{90838599-2ACA-6BCB-30F0-5537197E7193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76" creationId="{DADECA67-65EF-A594-01F0-9209765AB35E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77" creationId="{A75DFDC6-60D3-6717-3CB0-BFC593FBF294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79" creationId="{05D799BA-8CFB-7E48-6025-550F3EF2C7A4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82" creationId="{A5AA2B7B-3B36-630F-57A5-31975421A7BD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86" creationId="{C0744F23-3BFD-4946-8FE7-2E8F702DFBF9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87" creationId="{C093410D-B33F-E08D-4118-099E7351AB2C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17.781" v="1882" actId="478"/>
          <ac:spMkLst>
            <pc:docMk/>
            <pc:sldMk cId="551545282" sldId="314"/>
            <ac:spMk id="88" creationId="{C5147AAA-3446-634B-43A4-0AD386B38661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11.671" v="1881" actId="1076"/>
          <ac:spMkLst>
            <pc:docMk/>
            <pc:sldMk cId="551545282" sldId="314"/>
            <ac:spMk id="96" creationId="{720E2478-6DE2-2D32-0713-C426E3C7DB1D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11" creationId="{A503E4FF-6E3C-FEE1-5293-9D35C483453C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12" creationId="{BB6A5300-3488-B630-5A00-DA73A8535D55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14" creationId="{4BA6874A-461D-C014-72F1-9B5ADD66B303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17" creationId="{341CABC3-FFC4-2A67-06DB-F6697CCE2213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18" creationId="{CE765376-67F9-FFE3-058F-D114F8A0FF28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22" creationId="{B92855F4-B35E-ECE4-2589-8A40E058EB80}"/>
          </ac:spMkLst>
        </pc:spChg>
        <pc:spChg chg="del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30" creationId="{B98718E5-8567-7134-9B9D-104CD1174F0B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32" creationId="{A77E76BB-09F6-792F-9F14-CFD1F5908B89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33" creationId="{AB08F037-1CD8-D3C5-D6BE-EB6FD686E57E}"/>
          </ac:spMkLst>
        </pc:spChg>
        <pc:spChg chg="add del mod">
          <ac:chgData name="吉田 和史 プロダク コテメデ コテリテ" userId="e5f1960a-757f-47c7-ac78-bdcba68e0bbc" providerId="ADAL" clId="{8D350778-BCE4-4F02-8524-598C2E8DE283}" dt="2026-02-08T00:27:49.571" v="1888" actId="478"/>
          <ac:spMkLst>
            <pc:docMk/>
            <pc:sldMk cId="551545282" sldId="314"/>
            <ac:spMk id="137" creationId="{5E879E74-2BCB-A38A-C262-A6381AB594A4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141" creationId="{F8A88061-5CCE-3C48-D480-0E1E0B05D7C2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53.574" v="1889" actId="1076"/>
          <ac:spMkLst>
            <pc:docMk/>
            <pc:sldMk cId="551545282" sldId="314"/>
            <ac:spMk id="143" creationId="{C9974EF2-D31C-FAAD-85A9-2F6814E6A04C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53.574" v="1889" actId="1076"/>
          <ac:spMkLst>
            <pc:docMk/>
            <pc:sldMk cId="551545282" sldId="314"/>
            <ac:spMk id="144" creationId="{0A3C9E17-DB45-53C5-F953-EE3187D028DF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145" creationId="{6AD34CCB-B137-7B9D-9EE0-662B3C4E8CC9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53.574" v="1889" actId="1076"/>
          <ac:spMkLst>
            <pc:docMk/>
            <pc:sldMk cId="551545282" sldId="314"/>
            <ac:spMk id="146" creationId="{5A937C73-290F-0128-F6CC-B243CC8CC056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53.574" v="1889" actId="1076"/>
          <ac:spMkLst>
            <pc:docMk/>
            <pc:sldMk cId="551545282" sldId="314"/>
            <ac:spMk id="147" creationId="{A9B02075-2D2E-242A-9E6F-AAC497C9A80D}"/>
          </ac:spMkLst>
        </pc:spChg>
        <pc:spChg chg="mod">
          <ac:chgData name="吉田 和史 プロダク コテメデ コテリテ" userId="e5f1960a-757f-47c7-ac78-bdcba68e0bbc" providerId="ADAL" clId="{8D350778-BCE4-4F02-8524-598C2E8DE283}" dt="2026-02-08T00:27:53.574" v="1889" actId="1076"/>
          <ac:spMkLst>
            <pc:docMk/>
            <pc:sldMk cId="551545282" sldId="314"/>
            <ac:spMk id="148" creationId="{CB600F47-1402-5B11-354E-88B31DF23663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149" creationId="{22978F0F-2F23-2570-6202-6151D4959010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8:40.574" v="1911" actId="1036"/>
          <ac:spMkLst>
            <pc:docMk/>
            <pc:sldMk cId="551545282" sldId="314"/>
            <ac:spMk id="151" creationId="{4D8886CD-7C09-948D-6BCF-59BF2AEEB2B9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8:40.574" v="1911" actId="1036"/>
          <ac:spMkLst>
            <pc:docMk/>
            <pc:sldMk cId="551545282" sldId="314"/>
            <ac:spMk id="152" creationId="{7BCF17A4-E7C2-01B7-E575-ED2425221985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153" creationId="{6166AA67-6170-217A-8C1C-4ABA95B0E965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154" creationId="{77D4E62A-6F70-518C-D93B-BEA76A91CE04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9:43.086" v="2040" actId="1037"/>
          <ac:spMkLst>
            <pc:docMk/>
            <pc:sldMk cId="551545282" sldId="314"/>
            <ac:spMk id="155" creationId="{68EF16B8-3D94-F813-81EF-DAADC02DCF5A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8:40.574" v="1911" actId="1036"/>
          <ac:spMkLst>
            <pc:docMk/>
            <pc:sldMk cId="551545282" sldId="314"/>
            <ac:spMk id="156" creationId="{68D119AB-35FB-AF5E-0197-210C4C2316A3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8:40.574" v="1911" actId="1036"/>
          <ac:spMkLst>
            <pc:docMk/>
            <pc:sldMk cId="551545282" sldId="314"/>
            <ac:spMk id="157" creationId="{1E20E9BE-3C24-C28F-89B3-2DBD73E783F8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8:40.574" v="1911" actId="1036"/>
          <ac:spMkLst>
            <pc:docMk/>
            <pc:sldMk cId="551545282" sldId="314"/>
            <ac:spMk id="159" creationId="{23BEA484-7FEA-5687-DF04-D15E4AC3C08C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8:40.574" v="1911" actId="1036"/>
          <ac:spMkLst>
            <pc:docMk/>
            <pc:sldMk cId="551545282" sldId="314"/>
            <ac:spMk id="160" creationId="{0C62F0A2-91B3-57B4-2476-2A00EA21323E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9:54.884" v="2044" actId="20577"/>
          <ac:spMkLst>
            <pc:docMk/>
            <pc:sldMk cId="551545282" sldId="314"/>
            <ac:spMk id="161" creationId="{59AFDA81-CE71-9641-F7DB-0D8C20631C0F}"/>
          </ac:spMkLst>
        </pc:spChg>
        <pc:spChg chg="add mod">
          <ac:chgData name="吉田 和史 プロダク コテメデ コテリテ" userId="e5f1960a-757f-47c7-ac78-bdcba68e0bbc" providerId="ADAL" clId="{8D350778-BCE4-4F02-8524-598C2E8DE283}" dt="2026-02-08T00:29:58.359" v="2048" actId="20577"/>
          <ac:spMkLst>
            <pc:docMk/>
            <pc:sldMk cId="551545282" sldId="314"/>
            <ac:spMk id="162" creationId="{EADF30A1-FC54-846B-CF9E-D7F509B89334}"/>
          </ac:spMkLst>
        </pc:spChg>
        <pc:picChg chg="del">
          <ac:chgData name="吉田 和史 プロダク コテメデ コテリテ" userId="e5f1960a-757f-47c7-ac78-bdcba68e0bbc" providerId="ADAL" clId="{8D350778-BCE4-4F02-8524-598C2E8DE283}" dt="2026-02-08T00:26:43.227" v="1877" actId="478"/>
          <ac:picMkLst>
            <pc:docMk/>
            <pc:sldMk cId="551545282" sldId="314"/>
            <ac:picMk id="16" creationId="{5B998816-CD15-C062-D573-BBB3EFFED7A8}"/>
          </ac:picMkLst>
        </pc:picChg>
        <pc:picChg chg="mod">
          <ac:chgData name="吉田 和史 プロダク コテメデ コテリテ" userId="e5f1960a-757f-47c7-ac78-bdcba68e0bbc" providerId="ADAL" clId="{8D350778-BCE4-4F02-8524-598C2E8DE283}" dt="2026-02-08T00:27:58.341" v="1897" actId="1035"/>
          <ac:picMkLst>
            <pc:docMk/>
            <pc:sldMk cId="551545282" sldId="314"/>
            <ac:picMk id="39" creationId="{5EFAD306-C258-E981-0348-96E0B2C5B2A4}"/>
          </ac:picMkLst>
        </pc:picChg>
        <pc:picChg chg="mod">
          <ac:chgData name="吉田 和史 プロダク コテメデ コテリテ" userId="e5f1960a-757f-47c7-ac78-bdcba68e0bbc" providerId="ADAL" clId="{8D350778-BCE4-4F02-8524-598C2E8DE283}" dt="2026-02-08T00:27:53.574" v="1889" actId="1076"/>
          <ac:picMkLst>
            <pc:docMk/>
            <pc:sldMk cId="551545282" sldId="314"/>
            <ac:picMk id="139" creationId="{2B08CB58-653F-1F14-63A4-F18DACEAF2A3}"/>
          </ac:picMkLst>
        </pc:picChg>
        <pc:picChg chg="mod">
          <ac:chgData name="吉田 和史 プロダク コテメデ コテリテ" userId="e5f1960a-757f-47c7-ac78-bdcba68e0bbc" providerId="ADAL" clId="{8D350778-BCE4-4F02-8524-598C2E8DE283}" dt="2026-02-08T00:27:53.574" v="1889" actId="1076"/>
          <ac:picMkLst>
            <pc:docMk/>
            <pc:sldMk cId="551545282" sldId="314"/>
            <ac:picMk id="140" creationId="{10A79A1C-5489-4EA5-CC88-A656E6C431C3}"/>
          </ac:picMkLst>
        </pc:picChg>
        <pc:picChg chg="mod">
          <ac:chgData name="吉田 和史 プロダク コテメデ コテリテ" userId="e5f1960a-757f-47c7-ac78-bdcba68e0bbc" providerId="ADAL" clId="{8D350778-BCE4-4F02-8524-598C2E8DE283}" dt="2026-02-08T00:27:53.574" v="1889" actId="1076"/>
          <ac:picMkLst>
            <pc:docMk/>
            <pc:sldMk cId="551545282" sldId="314"/>
            <ac:picMk id="142" creationId="{DB09CC09-A3C8-59EF-8EE7-6E4F951C5A3A}"/>
          </ac:picMkLst>
        </pc:picChg>
      </pc:sldChg>
    </pc:docChg>
  </pc:docChgLst>
  <pc:docChgLst>
    <pc:chgData name="吉田 和史 プロダク コテメデ コテリテ" userId="S::kazufumi.yoshida@hakuhodo.co.jp::e5f1960a-757f-47c7-ac78-bdcba68e0bbc" providerId="AD" clId="Web-{F19A513F-58A2-89ED-686B-95EDCEB4E137}"/>
    <pc:docChg chg="modSld">
      <pc:chgData name="吉田 和史 プロダク コテメデ コテリテ" userId="S::kazufumi.yoshida@hakuhodo.co.jp::e5f1960a-757f-47c7-ac78-bdcba68e0bbc" providerId="AD" clId="Web-{F19A513F-58A2-89ED-686B-95EDCEB4E137}" dt="2026-02-08T00:32:30.743" v="0" actId="20577"/>
      <pc:docMkLst>
        <pc:docMk/>
      </pc:docMkLst>
      <pc:sldChg chg="modSp">
        <pc:chgData name="吉田 和史 プロダク コテメデ コテリテ" userId="S::kazufumi.yoshida@hakuhodo.co.jp::e5f1960a-757f-47c7-ac78-bdcba68e0bbc" providerId="AD" clId="Web-{F19A513F-58A2-89ED-686B-95EDCEB4E137}" dt="2026-02-08T00:32:30.743" v="0" actId="20577"/>
        <pc:sldMkLst>
          <pc:docMk/>
          <pc:sldMk cId="1819655653" sldId="312"/>
        </pc:sldMkLst>
        <pc:spChg chg="mod">
          <ac:chgData name="吉田 和史 プロダク コテメデ コテリテ" userId="S::kazufumi.yoshida@hakuhodo.co.jp::e5f1960a-757f-47c7-ac78-bdcba68e0bbc" providerId="AD" clId="Web-{F19A513F-58A2-89ED-686B-95EDCEB4E137}" dt="2026-02-08T00:32:30.743" v="0" actId="20577"/>
          <ac:spMkLst>
            <pc:docMk/>
            <pc:sldMk cId="1819655653" sldId="312"/>
            <ac:spMk id="7" creationId="{9DBDAA02-B68E-6938-693E-83C5453B0E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03D40-6000-4960-B7D3-47ECB9ECE2B3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1F3BD-8289-4788-B24F-BEE483AEA5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93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0FB7-370E-8A21-ECE8-8A6EE2DB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9F9A1C6-EF36-0FA9-F54D-75E668A9E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5763" y="850900"/>
            <a:ext cx="4075112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B73DCC8-263E-D704-5775-7A729C268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99442A-6D17-16B5-3B75-543B7C98D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49802C-0425-4CC1-9BEA-891A86D9158F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14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D491-48D2-116B-6BE3-844D4ADA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23FF7C-0EDA-8F44-4E10-744CBBBB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5763" y="850900"/>
            <a:ext cx="4075112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AABAF4-5CFF-3B37-2B93-AB2AFEF4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210EF2-BDA7-3B14-5E01-EDD320022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49802C-0425-4CC1-9BEA-891A86D9158F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732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90EE4-A5A8-F38F-A1A7-6294E6CB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6DB0927-CD08-90AD-F53A-2EB61EB70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5763" y="850900"/>
            <a:ext cx="4075112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CFA1B4-BD9C-0DD9-A666-573616C97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E43E92-D0DE-91F9-9C3E-8FCDC360F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49802C-0425-4CC1-9BEA-891A86D9158F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53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C543-D9C6-8428-3BEE-ABBE553E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959EFCB-B334-2B86-E8F3-E525F1EB3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5763" y="850900"/>
            <a:ext cx="4075112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D69355-DFE5-CEF2-1381-2FBF73B20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02A370-1DB6-E066-83DD-357051A47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49802C-0425-4CC1-9BEA-891A86D9158F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428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D69F-9F6E-82F6-1C2E-8EA0CF7A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AFBB69E-DC05-4F94-7553-B7C809530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25763" y="850900"/>
            <a:ext cx="4075112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4EDB30B-7821-8AEA-6A49-9C748955A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1A17E9-5372-13A5-3EA2-752C453C3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49802C-0425-4CC1-9BEA-891A86D9158F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58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9E15F-CBAC-B840-4209-26BE34348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E5A0D7-D7BF-E113-7B5C-4D6DEF196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23BB12-3DB9-C6A3-DAE1-20A8607B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BBB183-AEE2-96B0-C586-1CDDD2FF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FB976E-9B24-FDAA-04BD-63E6757A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34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448DAA-041E-DC61-E4B5-43EC29A0E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EC300F-0DEA-46CA-A763-062712A6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7B497D-64E5-CE45-88E7-B5E1E804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EF9014-7EB7-8A45-E6DD-140AC906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6FB58B-E393-6B3F-36DA-126AA912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44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B3371E-355A-C7CA-C8B6-A8868691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D1B2A8-15E6-22F1-D223-19646CCDD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CF9255-7FD5-AFA7-E2AF-7E0E34D6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6F6D3C-54E0-2C67-D2AA-36311063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BFFBD0-8CE8-25CF-75F6-BD66FE13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317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42388C-BFEA-7E80-85DE-122E8DAA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53178A-9D83-CDBB-68C6-07344ED5F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7FD776-9C02-39BF-41CF-7047FD41A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AE1AA1-B94E-A4D8-AD0D-293F14D1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C79636-0BB3-DDE5-D0D2-A92C597A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9EF128-FDC6-9459-9915-C154FE92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72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15A3D-67CA-A5F7-C88B-37017DE3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F41B0C-3A4F-B132-E215-45616F6C6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BA3D73-D707-6486-9BEB-93D2E04DA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41DADA4-3E4B-9605-D968-D7362D7C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D6B196-B6E8-433C-B43B-6D612BA6FE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5A80D1-FF62-4E8B-4CF3-FEF5C85A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FA3992-3EF8-16E3-8F74-5DEDFDC4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659C84-5C68-5C11-5654-DC26D61E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15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49FBCC-DF29-D9B6-0463-B638372F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E6B17A-B546-9777-7578-F6ADFD2F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34D2030-B6D2-A53A-A341-45E93DD7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381CC8-858F-D08B-014F-6C10261A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43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8FA4A9-0061-2BFF-396E-F6F90F0A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B100D6-36E0-2DE1-6ACC-25AEB87F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034E8D-B30E-6E6A-7345-A14CC86D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31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543E1C-C951-83B6-7DCB-0FD368BD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58235D-BF8E-26CA-CEEE-8D20530BD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9B9856-C237-9DD3-3EB0-FA95F2B3C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0FEE4F-7424-C035-BE1E-5AF77C9C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105A4E-1A39-F9A5-4D78-6E0C5572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73D355-935F-5E2C-A27F-1C8DC117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61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1E0DB-594C-8D18-F22F-A68CE470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65CC22C-702E-A2F1-377D-10DE267A0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11F8F9-360E-29E8-1452-6A7594884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D900AB-B2A4-FD8D-4800-0E2C5C20C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2D9404-E312-2780-B6B7-2BC78F0B3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1B9FE3-9476-9A0A-0D5D-E918C0C9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7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A54C78-4B64-2090-7AAE-B9DC6B59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2E65BD-CD55-23C9-578B-62C8611AC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08529A-EB30-ED7B-46A0-E818FAE9F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A61579-18CD-F76A-2E66-D79CAB3E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969DE-A7B6-8CDF-95D8-596B86CF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938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4C8E2D-1A3A-38DB-F9B8-3EF0F158A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36B345-31DD-F9DE-CA5B-95AD808BF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FCB9BA-5396-6658-3BF8-740ABF2C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E204F5-2925-F631-045F-066A30E5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E3295C-AC40-4808-12C7-8B05141C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682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3BCBEF1-2E2D-44B4-9319-DC877511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59068-056F-4C6F-BAB0-E96FE248AD42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C3382C6-ACB2-419B-BBE6-97B45541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71DBE5-5F2C-493E-9438-5E8978E6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2094" y="275400"/>
            <a:ext cx="2743200" cy="365125"/>
          </a:xfrm>
        </p:spPr>
        <p:txBody>
          <a:bodyPr/>
          <a:lstStyle/>
          <a:p>
            <a:fld id="{3F2BA9A0-11D4-402E-9AA6-917155F1A12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70B052B-5573-1196-9739-3A258CBB4BDF}"/>
              </a:ext>
            </a:extLst>
          </p:cNvPr>
          <p:cNvCxnSpPr/>
          <p:nvPr userDrawn="1"/>
        </p:nvCxnSpPr>
        <p:spPr>
          <a:xfrm>
            <a:off x="453294" y="711199"/>
            <a:ext cx="1141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B1385490-5603-D4FA-605F-E2400EC1BC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752" y="275399"/>
            <a:ext cx="4556248" cy="365126"/>
          </a:xfr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241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747893-C3B8-3E56-3DF8-9791D7C5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3A5C96-269E-0289-A938-BD27D314D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CCB30C-E691-5EF9-06D0-DCE85A1EC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69266-8488-448A-AF36-719CA798D14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6AF61A-2C50-EBE0-9086-A05DB1436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F4FAA7-CC8B-5E36-4A82-3917E32BC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BF4F1-D66E-4118-BA69-A1A4417967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48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D161A6-13A4-862C-7954-0AB9629BE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622161"/>
            <a:ext cx="10972800" cy="723638"/>
          </a:xfrm>
        </p:spPr>
        <p:txBody>
          <a:bodyPr>
            <a:normAutofit/>
          </a:bodyPr>
          <a:lstStyle/>
          <a:p>
            <a:r>
              <a:rPr kumimoji="1" lang="ja-JP" altLang="en-US" sz="4400" b="1">
                <a:latin typeface="+mn-ea"/>
                <a:ea typeface="+mn-ea"/>
              </a:rPr>
              <a:t>デジタル採寸サイネージのご提案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FB0CA37-3084-1890-200B-7041170F0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4636"/>
            <a:ext cx="9144000" cy="436880"/>
          </a:xfrm>
        </p:spPr>
        <p:txBody>
          <a:bodyPr>
            <a:normAutofit/>
          </a:bodyPr>
          <a:lstStyle/>
          <a:p>
            <a:r>
              <a:rPr kumimoji="1" lang="en-US" altLang="ja-JP" sz="1600"/>
              <a:t>2026/2/9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DC9698F-EA5D-BEF3-6772-695D7CBD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66" t="42127" r="26000" b="40203"/>
          <a:stretch/>
        </p:blipFill>
        <p:spPr>
          <a:xfrm>
            <a:off x="4989618" y="5623529"/>
            <a:ext cx="2247929" cy="436880"/>
          </a:xfrm>
          <a:prstGeom prst="rect">
            <a:avLst/>
          </a:prstGeom>
        </p:spPr>
      </p:pic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F8B75A78-DA7D-7308-D9E5-62E9024D4E1C}"/>
              </a:ext>
            </a:extLst>
          </p:cNvPr>
          <p:cNvSpPr txBox="1">
            <a:spLocks/>
          </p:cNvSpPr>
          <p:nvPr/>
        </p:nvSpPr>
        <p:spPr>
          <a:xfrm>
            <a:off x="588821" y="544609"/>
            <a:ext cx="9248686" cy="369332"/>
          </a:xfrm>
          <a:prstGeom prst="rect">
            <a:avLst/>
          </a:prstGeom>
        </p:spPr>
        <p:txBody>
          <a:bodyPr vert="horz" wrap="none" lIns="0" tIns="45720" rIns="91440" bIns="45720" rtlCol="0" anchor="ctr">
            <a:spAutoFit/>
          </a:bodyPr>
          <a:lstStyle/>
          <a:p>
            <a:pPr defTabSz="914423">
              <a:spcBef>
                <a:spcPct val="0"/>
              </a:spcBef>
              <a:defRPr/>
            </a:pPr>
            <a:r>
              <a:rPr lang="ja-JP" altLang="en-US" spc="300">
                <a:solidFill>
                  <a:schemeClr val="tx1"/>
                </a:solidFill>
                <a:latin typeface="+mn-ea"/>
                <a:ea typeface="+mn-ea"/>
                <a:cs typeface="Meiryo UI" pitchFamily="50" charset="-128"/>
              </a:rPr>
              <a:t>株式会社パン・パシフィック・インターナショナルホールディングス　御中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1B68BE-38A2-53E5-16E6-76073BE93010}"/>
              </a:ext>
            </a:extLst>
          </p:cNvPr>
          <p:cNvSpPr txBox="1"/>
          <p:nvPr/>
        </p:nvSpPr>
        <p:spPr>
          <a:xfrm>
            <a:off x="8672613" y="6707294"/>
            <a:ext cx="346409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HAKUHODO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PRPDUCT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‘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 Inc, All  Rights  Reserved.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| CONFIDENTIAL</a:t>
            </a:r>
            <a:endParaRPr lang="ja-JP" altLang="en-US" sz="800">
              <a:solidFill>
                <a:schemeClr val="bg2">
                  <a:lumMod val="50000"/>
                </a:scheme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310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0B87-2C4C-CBE9-C6A0-0D9080304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FCB9F56-0E1B-5868-49E1-A63F6ABE0D99}"/>
              </a:ext>
            </a:extLst>
          </p:cNvPr>
          <p:cNvSpPr txBox="1"/>
          <p:nvPr/>
        </p:nvSpPr>
        <p:spPr>
          <a:xfrm>
            <a:off x="572752" y="2908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kern="100">
                <a:latin typeface="+mn-ea"/>
                <a:cs typeface="Times New Roman" panose="02020603050405020304" pitchFamily="18" charset="0"/>
              </a:rPr>
              <a:t>確認ポイント</a:t>
            </a:r>
            <a:endParaRPr lang="en-US" altLang="ja-JP" b="1" kern="10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694FD0-D719-1D79-2663-867C469098CC}"/>
              </a:ext>
            </a:extLst>
          </p:cNvPr>
          <p:cNvSpPr txBox="1"/>
          <p:nvPr/>
        </p:nvSpPr>
        <p:spPr>
          <a:xfrm>
            <a:off x="638988" y="1204872"/>
            <a:ext cx="10021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ja-JP" sz="2400" b="1" dirty="0"/>
              <a:t>A</a:t>
            </a:r>
            <a:r>
              <a:rPr lang="ja-JP" altLang="en-US" sz="2400" b="1" dirty="0"/>
              <a:t>方向：採寸を主目的とする</a:t>
            </a:r>
            <a:endParaRPr lang="en-US" altLang="ja-JP" sz="2400" b="1" dirty="0"/>
          </a:p>
          <a:p>
            <a:r>
              <a:rPr lang="ja-JP" altLang="en-US" b="1" dirty="0"/>
              <a:t>　　⇒①デジタル採寸⇒②商品選択</a:t>
            </a:r>
            <a:endParaRPr lang="en-US" altLang="ja-JP" b="1" dirty="0"/>
          </a:p>
          <a:p>
            <a:r>
              <a:rPr kumimoji="1" lang="ja-JP" altLang="en-US" b="1" dirty="0"/>
              <a:t>　　・メリット：採寸機能が分かりやすい。デジタル採寸自体で興味を引くこともできる</a:t>
            </a:r>
            <a:endParaRPr kumimoji="1" lang="en-US" altLang="ja-JP" b="1" dirty="0"/>
          </a:p>
          <a:p>
            <a:r>
              <a:rPr lang="ja-JP" altLang="en-US" b="1" dirty="0"/>
              <a:t>　　・デメリット：商品を選ぶ行為が後回しになり、購買まで少し遠回りをする</a:t>
            </a:r>
            <a:endParaRPr lang="en-US" altLang="ja-JP" b="1" dirty="0"/>
          </a:p>
          <a:p>
            <a:endParaRPr kumimoji="1" lang="en-US" altLang="ja-JP" b="1" dirty="0"/>
          </a:p>
          <a:p>
            <a:endParaRPr lang="en-US" altLang="ja-JP" b="1" dirty="0"/>
          </a:p>
          <a:p>
            <a:endParaRPr kumimoji="1" lang="en-US" altLang="ja-JP" b="1" dirty="0"/>
          </a:p>
          <a:p>
            <a:endParaRPr lang="en-US" altLang="ja-JP" b="1" dirty="0"/>
          </a:p>
          <a:p>
            <a:endParaRPr kumimoji="1" lang="en-US" altLang="ja-JP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F90BD0-94D3-54BC-30D0-848D965FCBEC}"/>
              </a:ext>
            </a:extLst>
          </p:cNvPr>
          <p:cNvSpPr txBox="1"/>
          <p:nvPr/>
        </p:nvSpPr>
        <p:spPr>
          <a:xfrm>
            <a:off x="8672613" y="6707294"/>
            <a:ext cx="346409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HAKUHODO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PRPDUCT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‘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 Inc, All  Rights  Reserved.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| CONFIDENTIAL</a:t>
            </a:r>
            <a:endParaRPr lang="ja-JP" altLang="en-US" sz="800">
              <a:solidFill>
                <a:schemeClr val="bg2">
                  <a:lumMod val="50000"/>
                </a:scheme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535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4982-14F8-6666-A761-F3265504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784477-D2E9-E946-E39D-71516D2E6FB9}"/>
              </a:ext>
            </a:extLst>
          </p:cNvPr>
          <p:cNvSpPr txBox="1"/>
          <p:nvPr/>
        </p:nvSpPr>
        <p:spPr>
          <a:xfrm>
            <a:off x="572752" y="290855"/>
            <a:ext cx="228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kern="100">
                <a:latin typeface="+mn-ea"/>
                <a:cs typeface="Times New Roman" panose="02020603050405020304" pitchFamily="18" charset="0"/>
              </a:rPr>
              <a:t>TOP</a:t>
            </a:r>
            <a:r>
              <a:rPr lang="ja-JP" altLang="en-US" b="1" kern="100">
                <a:latin typeface="+mn-ea"/>
                <a:cs typeface="Times New Roman" panose="02020603050405020304" pitchFamily="18" charset="0"/>
              </a:rPr>
              <a:t>ページイメージ</a:t>
            </a:r>
            <a:endParaRPr lang="en-US" altLang="ja-JP" b="1" kern="10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58ACF2-97DC-960D-5B54-9C329D8DFE70}"/>
              </a:ext>
            </a:extLst>
          </p:cNvPr>
          <p:cNvSpPr txBox="1"/>
          <p:nvPr/>
        </p:nvSpPr>
        <p:spPr>
          <a:xfrm>
            <a:off x="8672613" y="6707294"/>
            <a:ext cx="346409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HAKUHODO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PRPDUCT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‘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 Inc, All  Rights  Reserved.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| CONFIDENTIAL</a:t>
            </a:r>
            <a:endParaRPr lang="ja-JP" altLang="en-US" sz="800">
              <a:solidFill>
                <a:schemeClr val="bg2">
                  <a:lumMod val="50000"/>
                </a:scheme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763E602-98E7-949B-C94E-31D526C3C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99" y="1923745"/>
            <a:ext cx="2910841" cy="436626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14DC7F-DCF2-9A60-5114-A37384C965FB}"/>
              </a:ext>
            </a:extLst>
          </p:cNvPr>
          <p:cNvSpPr txBox="1"/>
          <p:nvPr/>
        </p:nvSpPr>
        <p:spPr>
          <a:xfrm>
            <a:off x="638988" y="1204872"/>
            <a:ext cx="4260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待ち受け画面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239740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67BD-0A77-8D56-6B2C-80A5A34C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A3E8B8-9517-A00B-ED1A-676529119FCB}"/>
              </a:ext>
            </a:extLst>
          </p:cNvPr>
          <p:cNvSpPr txBox="1"/>
          <p:nvPr/>
        </p:nvSpPr>
        <p:spPr>
          <a:xfrm>
            <a:off x="572752" y="29085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kern="100">
                <a:latin typeface="+mn-ea"/>
                <a:cs typeface="Times New Roman" panose="02020603050405020304" pitchFamily="18" charset="0"/>
              </a:rPr>
              <a:t>デジタル採寸ユーザーフローイメージ</a:t>
            </a:r>
            <a:endParaRPr lang="en-US" altLang="ja-JP" b="1" kern="10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61C380-59BB-4546-24CE-9DD6DC5EE1A5}"/>
              </a:ext>
            </a:extLst>
          </p:cNvPr>
          <p:cNvSpPr/>
          <p:nvPr/>
        </p:nvSpPr>
        <p:spPr>
          <a:xfrm>
            <a:off x="861647" y="1503484"/>
            <a:ext cx="3121268" cy="5187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995DB4-DD72-EA80-204B-CA4B42035A54}"/>
              </a:ext>
            </a:extLst>
          </p:cNvPr>
          <p:cNvSpPr/>
          <p:nvPr/>
        </p:nvSpPr>
        <p:spPr>
          <a:xfrm>
            <a:off x="4794739" y="1503484"/>
            <a:ext cx="3121268" cy="5187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D1DBA1C-DD09-0DEC-856F-AB91DCA76E15}"/>
              </a:ext>
            </a:extLst>
          </p:cNvPr>
          <p:cNvSpPr/>
          <p:nvPr/>
        </p:nvSpPr>
        <p:spPr>
          <a:xfrm>
            <a:off x="8727831" y="1503484"/>
            <a:ext cx="3121268" cy="5187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0BCF9B-AEA6-7897-5F8D-5BB30046F3FD}"/>
              </a:ext>
            </a:extLst>
          </p:cNvPr>
          <p:cNvSpPr txBox="1"/>
          <p:nvPr/>
        </p:nvSpPr>
        <p:spPr>
          <a:xfrm>
            <a:off x="861647" y="1019907"/>
            <a:ext cx="119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①</a:t>
            </a:r>
            <a:r>
              <a:rPr kumimoji="1" lang="en-US" altLang="ja-JP"/>
              <a:t>TOP</a:t>
            </a:r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EE76571-EE54-88CC-574C-969129618C0C}"/>
              </a:ext>
            </a:extLst>
          </p:cNvPr>
          <p:cNvSpPr/>
          <p:nvPr/>
        </p:nvSpPr>
        <p:spPr>
          <a:xfrm>
            <a:off x="1279281" y="5820507"/>
            <a:ext cx="2286000" cy="474785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B1405A-9604-F9B3-B801-FCADD4D2C59F}"/>
              </a:ext>
            </a:extLst>
          </p:cNvPr>
          <p:cNvSpPr txBox="1"/>
          <p:nvPr/>
        </p:nvSpPr>
        <p:spPr>
          <a:xfrm>
            <a:off x="1380392" y="5873233"/>
            <a:ext cx="208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スタート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D4B081-3AF4-472C-E378-2C5939572978}"/>
              </a:ext>
            </a:extLst>
          </p:cNvPr>
          <p:cNvSpPr txBox="1"/>
          <p:nvPr/>
        </p:nvSpPr>
        <p:spPr>
          <a:xfrm>
            <a:off x="4794739" y="987667"/>
            <a:ext cx="197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②利用規約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9B35BD-7D71-FF0D-2B2A-09838C178107}"/>
              </a:ext>
            </a:extLst>
          </p:cNvPr>
          <p:cNvSpPr txBox="1"/>
          <p:nvPr/>
        </p:nvSpPr>
        <p:spPr>
          <a:xfrm>
            <a:off x="8727831" y="1019907"/>
            <a:ext cx="3027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③情報入力</a:t>
            </a:r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F3E4A6F-1016-D998-D504-5C6329EBE659}"/>
              </a:ext>
            </a:extLst>
          </p:cNvPr>
          <p:cNvSpPr txBox="1"/>
          <p:nvPr/>
        </p:nvSpPr>
        <p:spPr>
          <a:xfrm>
            <a:off x="8821615" y="2084081"/>
            <a:ext cx="3027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・メンズ　　・レディース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22703DB-7E5B-7DB3-6DED-BFC367F148A3}"/>
              </a:ext>
            </a:extLst>
          </p:cNvPr>
          <p:cNvSpPr txBox="1"/>
          <p:nvPr/>
        </p:nvSpPr>
        <p:spPr>
          <a:xfrm>
            <a:off x="8821615" y="2994986"/>
            <a:ext cx="30274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・年齢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・体重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・身長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EED1112-60B3-9AF1-8E50-4AE7FC1A0B7D}"/>
              </a:ext>
            </a:extLst>
          </p:cNvPr>
          <p:cNvSpPr/>
          <p:nvPr/>
        </p:nvSpPr>
        <p:spPr>
          <a:xfrm>
            <a:off x="1096107" y="2532184"/>
            <a:ext cx="2652345" cy="28926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4B74BA92-B0DE-A5D5-E93C-546719324C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91" t="20627" r="25635" b="69878"/>
          <a:stretch/>
        </p:blipFill>
        <p:spPr>
          <a:xfrm>
            <a:off x="978876" y="1565811"/>
            <a:ext cx="961294" cy="301041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218E030-0878-1E51-528F-98FFDE388A9C}"/>
              </a:ext>
            </a:extLst>
          </p:cNvPr>
          <p:cNvSpPr/>
          <p:nvPr/>
        </p:nvSpPr>
        <p:spPr>
          <a:xfrm>
            <a:off x="5029200" y="1874425"/>
            <a:ext cx="2652345" cy="3718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利用規約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7747D8E-1FDB-9A78-0CCA-4CDD3AC71DAF}"/>
              </a:ext>
            </a:extLst>
          </p:cNvPr>
          <p:cNvSpPr/>
          <p:nvPr/>
        </p:nvSpPr>
        <p:spPr>
          <a:xfrm>
            <a:off x="5214787" y="5904518"/>
            <a:ext cx="2286000" cy="474785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1A99339-05F9-F8A6-C6F2-D3F41A7B809B}"/>
              </a:ext>
            </a:extLst>
          </p:cNvPr>
          <p:cNvSpPr txBox="1"/>
          <p:nvPr/>
        </p:nvSpPr>
        <p:spPr>
          <a:xfrm>
            <a:off x="5315898" y="5957244"/>
            <a:ext cx="208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同意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2F3DE36E-6FA4-5717-F213-328E32407B6F}"/>
              </a:ext>
            </a:extLst>
          </p:cNvPr>
          <p:cNvSpPr/>
          <p:nvPr/>
        </p:nvSpPr>
        <p:spPr>
          <a:xfrm>
            <a:off x="9230975" y="5913722"/>
            <a:ext cx="2286000" cy="474785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A9BB771-7550-6739-0085-D5D91BB2DBE2}"/>
              </a:ext>
            </a:extLst>
          </p:cNvPr>
          <p:cNvSpPr txBox="1"/>
          <p:nvPr/>
        </p:nvSpPr>
        <p:spPr>
          <a:xfrm>
            <a:off x="9332086" y="5966448"/>
            <a:ext cx="208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次へ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11FDA86-2F67-A842-83B2-1F132D79A261}"/>
              </a:ext>
            </a:extLst>
          </p:cNvPr>
          <p:cNvSpPr txBox="1"/>
          <p:nvPr/>
        </p:nvSpPr>
        <p:spPr>
          <a:xfrm>
            <a:off x="1594337" y="1049589"/>
            <a:ext cx="2154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/>
              <a:t>多言語対応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832DB724-4152-A3B4-D11C-517209C62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750" y="1997138"/>
            <a:ext cx="610156" cy="188858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79D62878-9481-FF1C-8475-4700A98FA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863" y="1976852"/>
            <a:ext cx="610156" cy="191560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066FDBFC-234A-EC3B-450B-0A5DED79A1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6316" y="1974890"/>
            <a:ext cx="560802" cy="184374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83D8AEA5-04F9-4523-E0B4-9E04B884F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048" y="1969112"/>
            <a:ext cx="484717" cy="207736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CFE300F1-912F-E3FA-7601-714815645A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713" y="1972824"/>
            <a:ext cx="445150" cy="181078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CC4B98E-09B6-3621-BFCA-F535BCF32706}"/>
              </a:ext>
            </a:extLst>
          </p:cNvPr>
          <p:cNvSpPr txBox="1"/>
          <p:nvPr/>
        </p:nvSpPr>
        <p:spPr>
          <a:xfrm>
            <a:off x="4705350" y="294366"/>
            <a:ext cx="5599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/>
              <a:t>※</a:t>
            </a:r>
            <a:r>
              <a:rPr kumimoji="1" lang="ja-JP" altLang="en-US" sz="1600"/>
              <a:t>あくまでイメージです。構成要素は別途ご提案します。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406F68-788B-3C7C-EC86-08F4794F1C59}"/>
              </a:ext>
            </a:extLst>
          </p:cNvPr>
          <p:cNvSpPr txBox="1"/>
          <p:nvPr/>
        </p:nvSpPr>
        <p:spPr>
          <a:xfrm>
            <a:off x="8672613" y="6707294"/>
            <a:ext cx="346409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HAKUHODO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PRPDUCT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‘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 Inc, All  Rights  Reserved.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| CONFIDENTIAL</a:t>
            </a:r>
            <a:endParaRPr lang="ja-JP" altLang="en-US" sz="800">
              <a:solidFill>
                <a:schemeClr val="bg2">
                  <a:lumMod val="50000"/>
                </a:scheme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251047E-C9C5-58F3-A9CF-727EEF5513AC}"/>
              </a:ext>
            </a:extLst>
          </p:cNvPr>
          <p:cNvSpPr txBox="1"/>
          <p:nvPr/>
        </p:nvSpPr>
        <p:spPr>
          <a:xfrm>
            <a:off x="1083375" y="3757975"/>
            <a:ext cx="2652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タイトル</a:t>
            </a:r>
            <a:endParaRPr kumimoji="1"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74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D55F-2C6B-3854-654B-37E66337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E1193B-5009-3304-52A9-CAB38DF51AAE}"/>
              </a:ext>
            </a:extLst>
          </p:cNvPr>
          <p:cNvSpPr txBox="1"/>
          <p:nvPr/>
        </p:nvSpPr>
        <p:spPr>
          <a:xfrm>
            <a:off x="572752" y="29085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kern="100">
                <a:latin typeface="+mn-ea"/>
                <a:cs typeface="Times New Roman" panose="02020603050405020304" pitchFamily="18" charset="0"/>
              </a:rPr>
              <a:t>デジタル採寸ユーザーフローイメージ</a:t>
            </a:r>
            <a:endParaRPr lang="en-US" altLang="ja-JP" b="1" kern="10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05EFEB1-DF3F-3BB7-A376-E7C39C125567}"/>
              </a:ext>
            </a:extLst>
          </p:cNvPr>
          <p:cNvSpPr/>
          <p:nvPr/>
        </p:nvSpPr>
        <p:spPr>
          <a:xfrm>
            <a:off x="685801" y="1292468"/>
            <a:ext cx="3121268" cy="5187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19BB7DD-D820-5C8C-84EF-B49CEA8BD58D}"/>
              </a:ext>
            </a:extLst>
          </p:cNvPr>
          <p:cNvSpPr/>
          <p:nvPr/>
        </p:nvSpPr>
        <p:spPr>
          <a:xfrm>
            <a:off x="4601310" y="1292468"/>
            <a:ext cx="3121268" cy="5187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AC93E58-3378-5DAB-D7B6-BB28116EDE4A}"/>
              </a:ext>
            </a:extLst>
          </p:cNvPr>
          <p:cNvSpPr/>
          <p:nvPr/>
        </p:nvSpPr>
        <p:spPr>
          <a:xfrm>
            <a:off x="8551985" y="1292468"/>
            <a:ext cx="3121268" cy="5187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E12F23F-0743-0446-7778-977AB5B3AE5F}"/>
              </a:ext>
            </a:extLst>
          </p:cNvPr>
          <p:cNvSpPr txBox="1"/>
          <p:nvPr/>
        </p:nvSpPr>
        <p:spPr>
          <a:xfrm>
            <a:off x="685801" y="808891"/>
            <a:ext cx="119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④撮影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95D813E-A25F-E263-F33B-07808205C77E}"/>
              </a:ext>
            </a:extLst>
          </p:cNvPr>
          <p:cNvSpPr txBox="1"/>
          <p:nvPr/>
        </p:nvSpPr>
        <p:spPr>
          <a:xfrm>
            <a:off x="4601309" y="776651"/>
            <a:ext cx="324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⑤採寸結果（商品サイズ）</a:t>
            </a:r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B4DA42B-6255-D1B8-8147-E172280A102D}"/>
              </a:ext>
            </a:extLst>
          </p:cNvPr>
          <p:cNvSpPr txBox="1"/>
          <p:nvPr/>
        </p:nvSpPr>
        <p:spPr>
          <a:xfrm>
            <a:off x="8551984" y="808891"/>
            <a:ext cx="324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⑤採寸結果（ボディサイズ）</a:t>
            </a: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FBA6C8A1-AA3D-D891-64D4-0AA1F20E2E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81" t="18838" r="3176" b="1261"/>
          <a:stretch/>
        </p:blipFill>
        <p:spPr>
          <a:xfrm>
            <a:off x="892764" y="1820352"/>
            <a:ext cx="2707341" cy="40968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6A431FF-4F69-319F-70B0-65376C0E1ABE}"/>
              </a:ext>
            </a:extLst>
          </p:cNvPr>
          <p:cNvSpPr/>
          <p:nvPr/>
        </p:nvSpPr>
        <p:spPr>
          <a:xfrm>
            <a:off x="4737161" y="1565375"/>
            <a:ext cx="1416424" cy="2639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21DA0FB-C27D-B991-B155-D00F4722D8D1}"/>
              </a:ext>
            </a:extLst>
          </p:cNvPr>
          <p:cNvSpPr/>
          <p:nvPr/>
        </p:nvSpPr>
        <p:spPr>
          <a:xfrm>
            <a:off x="6162634" y="1567874"/>
            <a:ext cx="1416424" cy="263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750A4DA-7F63-25F5-7CC9-DB331A2D7DCC}"/>
              </a:ext>
            </a:extLst>
          </p:cNvPr>
          <p:cNvSpPr txBox="1"/>
          <p:nvPr/>
        </p:nvSpPr>
        <p:spPr>
          <a:xfrm>
            <a:off x="4953520" y="1559370"/>
            <a:ext cx="1173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bg1"/>
                </a:solidFill>
              </a:rPr>
              <a:t>商品サイズ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D50604B-F7A9-7A24-7DA4-39C304DFEFE3}"/>
              </a:ext>
            </a:extLst>
          </p:cNvPr>
          <p:cNvSpPr txBox="1"/>
          <p:nvPr/>
        </p:nvSpPr>
        <p:spPr>
          <a:xfrm>
            <a:off x="6235646" y="1559369"/>
            <a:ext cx="154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bg1"/>
                </a:solidFill>
              </a:rPr>
              <a:t>ボディサイズ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AD7730A-F963-FD0C-8F7C-859C97F9EF08}"/>
              </a:ext>
            </a:extLst>
          </p:cNvPr>
          <p:cNvSpPr/>
          <p:nvPr/>
        </p:nvSpPr>
        <p:spPr>
          <a:xfrm>
            <a:off x="4716082" y="1839791"/>
            <a:ext cx="2895687" cy="4503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BB86B4EB-E2ED-BBA6-1E16-D3DA08F69598}"/>
              </a:ext>
            </a:extLst>
          </p:cNvPr>
          <p:cNvGrpSpPr/>
          <p:nvPr/>
        </p:nvGrpSpPr>
        <p:grpSpPr>
          <a:xfrm>
            <a:off x="4818827" y="2211702"/>
            <a:ext cx="2705543" cy="3518649"/>
            <a:chOff x="4876800" y="2205316"/>
            <a:chExt cx="2957146" cy="3845868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3E61F226-01F4-18FD-0DDC-9596CF09EBF4}"/>
                </a:ext>
              </a:extLst>
            </p:cNvPr>
            <p:cNvSpPr/>
            <p:nvPr/>
          </p:nvSpPr>
          <p:spPr>
            <a:xfrm>
              <a:off x="4876800" y="2205318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9B44B3D8-F516-1452-BAED-9FCB1C1DFD4E}"/>
                </a:ext>
              </a:extLst>
            </p:cNvPr>
            <p:cNvSpPr/>
            <p:nvPr/>
          </p:nvSpPr>
          <p:spPr>
            <a:xfrm>
              <a:off x="5889208" y="2205317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8179D96-B159-1B69-4E25-6606A22E9C6A}"/>
                </a:ext>
              </a:extLst>
            </p:cNvPr>
            <p:cNvSpPr/>
            <p:nvPr/>
          </p:nvSpPr>
          <p:spPr>
            <a:xfrm>
              <a:off x="6901616" y="2205316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4A432175-F9F6-AA31-54DD-228C7D7C38D9}"/>
                </a:ext>
              </a:extLst>
            </p:cNvPr>
            <p:cNvSpPr/>
            <p:nvPr/>
          </p:nvSpPr>
          <p:spPr>
            <a:xfrm>
              <a:off x="4876801" y="3182472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04FDBC3-1489-F012-3D04-BB3B2A13F5BC}"/>
                </a:ext>
              </a:extLst>
            </p:cNvPr>
            <p:cNvSpPr/>
            <p:nvPr/>
          </p:nvSpPr>
          <p:spPr>
            <a:xfrm>
              <a:off x="5889209" y="3182471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FB49D508-BDA7-65C4-CAC2-B723BC4979D5}"/>
                </a:ext>
              </a:extLst>
            </p:cNvPr>
            <p:cNvSpPr/>
            <p:nvPr/>
          </p:nvSpPr>
          <p:spPr>
            <a:xfrm>
              <a:off x="6901617" y="3182470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CE119234-B4DE-DD1A-164B-48CC90495E76}"/>
                </a:ext>
              </a:extLst>
            </p:cNvPr>
            <p:cNvSpPr/>
            <p:nvPr/>
          </p:nvSpPr>
          <p:spPr>
            <a:xfrm>
              <a:off x="4876800" y="4150665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22523FE3-7639-7460-F517-07DB99CFA53C}"/>
                </a:ext>
              </a:extLst>
            </p:cNvPr>
            <p:cNvSpPr/>
            <p:nvPr/>
          </p:nvSpPr>
          <p:spPr>
            <a:xfrm>
              <a:off x="5889208" y="4150664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9628F8C3-57B8-5C4D-63AE-C55CC9BA9668}"/>
                </a:ext>
              </a:extLst>
            </p:cNvPr>
            <p:cNvSpPr/>
            <p:nvPr/>
          </p:nvSpPr>
          <p:spPr>
            <a:xfrm>
              <a:off x="6901616" y="4150663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E46C946F-8970-A4F7-D2D8-D6AE904CBFFE}"/>
                </a:ext>
              </a:extLst>
            </p:cNvPr>
            <p:cNvSpPr/>
            <p:nvPr/>
          </p:nvSpPr>
          <p:spPr>
            <a:xfrm>
              <a:off x="4876801" y="5127819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E42822B7-AF72-97A4-5461-CBEFABD24F69}"/>
                </a:ext>
              </a:extLst>
            </p:cNvPr>
            <p:cNvSpPr/>
            <p:nvPr/>
          </p:nvSpPr>
          <p:spPr>
            <a:xfrm>
              <a:off x="5889209" y="5127818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17A854B8-424F-6637-FF04-C58FC9B5AA22}"/>
                </a:ext>
              </a:extLst>
            </p:cNvPr>
            <p:cNvSpPr/>
            <p:nvPr/>
          </p:nvSpPr>
          <p:spPr>
            <a:xfrm>
              <a:off x="6901617" y="5127817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51" name="図 50">
            <a:extLst>
              <a:ext uri="{FF2B5EF4-FFF2-40B4-BE49-F238E27FC236}">
                <a16:creationId xmlns:a16="http://schemas.microsoft.com/office/drawing/2014/main" id="{A2336695-4E95-0028-9991-EED552CF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6" t="21083" r="31315" b="24874"/>
          <a:stretch/>
        </p:blipFill>
        <p:spPr>
          <a:xfrm>
            <a:off x="6861407" y="5791654"/>
            <a:ext cx="489505" cy="477053"/>
          </a:xfrm>
          <a:prstGeom prst="rect">
            <a:avLst/>
          </a:prstGeom>
        </p:spPr>
      </p:pic>
      <p:pic>
        <p:nvPicPr>
          <p:cNvPr id="52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EF96BBFB-F974-3F05-4A73-448BC89C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559" y="2554123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70D383E5-99BA-A7BA-1EF4-CD1A8EC8C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3327" y="2545313"/>
            <a:ext cx="456902" cy="47521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F47BC471-A86F-AADF-0D57-8AC6DD4C33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5104" y="2543379"/>
            <a:ext cx="480131" cy="480131"/>
          </a:xfrm>
          <a:prstGeom prst="rect">
            <a:avLst/>
          </a:prstGeom>
        </p:spPr>
      </p:pic>
      <p:pic>
        <p:nvPicPr>
          <p:cNvPr id="55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DF432966-C1E1-CA29-00A0-0127C8478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047" y="3441111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29706BB9-9F4E-2B31-51F1-2D8530DDF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815" y="3432301"/>
            <a:ext cx="456902" cy="47521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D6724893-BA58-4BA5-6632-120033099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592" y="3430367"/>
            <a:ext cx="480131" cy="480131"/>
          </a:xfrm>
          <a:prstGeom prst="rect">
            <a:avLst/>
          </a:prstGeom>
        </p:spPr>
      </p:pic>
      <p:pic>
        <p:nvPicPr>
          <p:cNvPr id="58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4B662836-AB64-6968-2C98-F0E263872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047" y="4342917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ABFFD4CF-9CB3-D8FD-DC1B-F39E818C0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815" y="4334107"/>
            <a:ext cx="456902" cy="475216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4BEC615C-F6A5-4A0E-014A-DB48DB2A2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592" y="4332173"/>
            <a:ext cx="480131" cy="480131"/>
          </a:xfrm>
          <a:prstGeom prst="rect">
            <a:avLst/>
          </a:prstGeom>
        </p:spPr>
      </p:pic>
      <p:pic>
        <p:nvPicPr>
          <p:cNvPr id="61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28D42BF1-9679-BEC6-FD68-F6239706E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457" y="5225091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CE23825D-A1EB-6CCA-5A04-612FB82D3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225" y="5216281"/>
            <a:ext cx="456902" cy="475216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5B05F6EE-323E-7A87-0599-F809F2930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002" y="5214347"/>
            <a:ext cx="480131" cy="480131"/>
          </a:xfrm>
          <a:prstGeom prst="rect">
            <a:avLst/>
          </a:prstGeom>
        </p:spPr>
      </p:pic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442F0DA9-CDE3-9D88-9798-3EEAB3D72975}"/>
              </a:ext>
            </a:extLst>
          </p:cNvPr>
          <p:cNvSpPr/>
          <p:nvPr/>
        </p:nvSpPr>
        <p:spPr>
          <a:xfrm>
            <a:off x="8680182" y="1538020"/>
            <a:ext cx="1416424" cy="263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C9440A1-91E1-36BC-83A0-429C34BBD3D5}"/>
              </a:ext>
            </a:extLst>
          </p:cNvPr>
          <p:cNvSpPr/>
          <p:nvPr/>
        </p:nvSpPr>
        <p:spPr>
          <a:xfrm>
            <a:off x="10105655" y="1540519"/>
            <a:ext cx="1416424" cy="2639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216FB701-DDF3-129D-D6BF-8A39F2CC5614}"/>
              </a:ext>
            </a:extLst>
          </p:cNvPr>
          <p:cNvSpPr txBox="1"/>
          <p:nvPr/>
        </p:nvSpPr>
        <p:spPr>
          <a:xfrm>
            <a:off x="8896541" y="1532015"/>
            <a:ext cx="1173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bg1"/>
                </a:solidFill>
              </a:rPr>
              <a:t>商品サイズ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C824EF4-EA9A-251F-94B9-DE8914B779BE}"/>
              </a:ext>
            </a:extLst>
          </p:cNvPr>
          <p:cNvSpPr txBox="1"/>
          <p:nvPr/>
        </p:nvSpPr>
        <p:spPr>
          <a:xfrm>
            <a:off x="10178667" y="1532014"/>
            <a:ext cx="154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bg1"/>
                </a:solidFill>
              </a:rPr>
              <a:t>ボディサイズ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9C5C9AB3-E0F3-5689-92F5-816927EA8430}"/>
              </a:ext>
            </a:extLst>
          </p:cNvPr>
          <p:cNvSpPr/>
          <p:nvPr/>
        </p:nvSpPr>
        <p:spPr>
          <a:xfrm>
            <a:off x="8659103" y="1812436"/>
            <a:ext cx="2895687" cy="4503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5E770C5-F4BF-1BDC-1AB0-454FBA9E7D4C}"/>
              </a:ext>
            </a:extLst>
          </p:cNvPr>
          <p:cNvSpPr txBox="1"/>
          <p:nvPr/>
        </p:nvSpPr>
        <p:spPr>
          <a:xfrm>
            <a:off x="4698886" y="1876093"/>
            <a:ext cx="291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/>
              <a:t>あなたにおすすめのサイズ</a:t>
            </a:r>
            <a:endParaRPr kumimoji="1" lang="ja-JP" altLang="en-US" sz="140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099F0835-F24E-4CA2-D52C-76910BA925BB}"/>
              </a:ext>
            </a:extLst>
          </p:cNvPr>
          <p:cNvSpPr txBox="1"/>
          <p:nvPr/>
        </p:nvSpPr>
        <p:spPr>
          <a:xfrm>
            <a:off x="4665404" y="5838141"/>
            <a:ext cx="1980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/>
              <a:t>保存は二次元コードを</a:t>
            </a:r>
            <a:endParaRPr lang="en-US" altLang="ja-JP" sz="1200"/>
          </a:p>
          <a:p>
            <a:pPr algn="ctr"/>
            <a:r>
              <a:rPr lang="ja-JP" altLang="en-US" sz="1200"/>
              <a:t>スマホでスキャン</a:t>
            </a:r>
            <a:endParaRPr kumimoji="1" lang="ja-JP" altLang="en-US" sz="1200"/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01AB3818-DA09-8694-A030-5B40804F7CE2}"/>
              </a:ext>
            </a:extLst>
          </p:cNvPr>
          <p:cNvSpPr/>
          <p:nvPr/>
        </p:nvSpPr>
        <p:spPr>
          <a:xfrm rot="5400000">
            <a:off x="6488752" y="5921987"/>
            <a:ext cx="269265" cy="213427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72BCF19F-A6CF-1ED0-BFC4-754B932B3E32}"/>
              </a:ext>
            </a:extLst>
          </p:cNvPr>
          <p:cNvSpPr txBox="1"/>
          <p:nvPr/>
        </p:nvSpPr>
        <p:spPr>
          <a:xfrm>
            <a:off x="8787105" y="2686509"/>
            <a:ext cx="15429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・肩幅</a:t>
            </a:r>
            <a:endParaRPr kumimoji="1" lang="en-US" altLang="ja-JP" sz="2000"/>
          </a:p>
          <a:p>
            <a:endParaRPr lang="en-US" altLang="ja-JP" sz="2000"/>
          </a:p>
          <a:p>
            <a:r>
              <a:rPr kumimoji="1" lang="ja-JP" altLang="en-US" sz="2000"/>
              <a:t>・バスト</a:t>
            </a:r>
            <a:endParaRPr kumimoji="1" lang="en-US" altLang="ja-JP" sz="2000"/>
          </a:p>
          <a:p>
            <a:endParaRPr lang="en-US" altLang="ja-JP" sz="2000"/>
          </a:p>
          <a:p>
            <a:r>
              <a:rPr kumimoji="1" lang="ja-JP" altLang="en-US" sz="2000"/>
              <a:t>・ウェスト</a:t>
            </a:r>
            <a:endParaRPr kumimoji="1" lang="en-US" altLang="ja-JP" sz="2000"/>
          </a:p>
          <a:p>
            <a:endParaRPr lang="en-US" altLang="ja-JP" sz="2000"/>
          </a:p>
          <a:p>
            <a:r>
              <a:rPr kumimoji="1" lang="ja-JP" altLang="en-US" sz="2000"/>
              <a:t>・首周り</a:t>
            </a:r>
            <a:endParaRPr kumimoji="1" lang="en-US" altLang="ja-JP" sz="2000"/>
          </a:p>
          <a:p>
            <a:endParaRPr lang="en-US" altLang="ja-JP" sz="2000"/>
          </a:p>
          <a:p>
            <a:r>
              <a:rPr kumimoji="1" lang="ja-JP" altLang="en-US" sz="2000"/>
              <a:t>・腕の長さ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7ED01B16-6344-6ED1-7A9F-3954D1E1EFC0}"/>
              </a:ext>
            </a:extLst>
          </p:cNvPr>
          <p:cNvSpPr txBox="1"/>
          <p:nvPr/>
        </p:nvSpPr>
        <p:spPr>
          <a:xfrm>
            <a:off x="9860955" y="2722369"/>
            <a:ext cx="15429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2000"/>
              <a:t>000cm</a:t>
            </a:r>
          </a:p>
          <a:p>
            <a:pPr algn="r"/>
            <a:endParaRPr kumimoji="1" lang="en-US" altLang="ja-JP" sz="2000"/>
          </a:p>
          <a:p>
            <a:pPr algn="r"/>
            <a:r>
              <a:rPr lang="en-US" altLang="ja-JP" sz="2000"/>
              <a:t>000cm</a:t>
            </a:r>
          </a:p>
          <a:p>
            <a:pPr algn="r"/>
            <a:endParaRPr lang="en-US" altLang="ja-JP" sz="2000"/>
          </a:p>
          <a:p>
            <a:pPr algn="r"/>
            <a:r>
              <a:rPr lang="en-US" altLang="ja-JP" sz="2000"/>
              <a:t>000cm</a:t>
            </a:r>
          </a:p>
          <a:p>
            <a:pPr algn="r"/>
            <a:endParaRPr lang="en-US" altLang="ja-JP" sz="2000"/>
          </a:p>
          <a:p>
            <a:pPr algn="r"/>
            <a:r>
              <a:rPr lang="en-US" altLang="ja-JP" sz="2000"/>
              <a:t>000cm</a:t>
            </a:r>
          </a:p>
          <a:p>
            <a:pPr algn="r"/>
            <a:endParaRPr lang="en-US" altLang="ja-JP" sz="2000"/>
          </a:p>
          <a:p>
            <a:pPr algn="r"/>
            <a:r>
              <a:rPr lang="en-US" altLang="ja-JP" sz="2000"/>
              <a:t>000cm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ABA2505-891C-A786-70E1-15421962E2A6}"/>
              </a:ext>
            </a:extLst>
          </p:cNvPr>
          <p:cNvSpPr txBox="1"/>
          <p:nvPr/>
        </p:nvSpPr>
        <p:spPr>
          <a:xfrm>
            <a:off x="8739695" y="2109261"/>
            <a:ext cx="2749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採寸結果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9E3F7EFE-7C37-4B78-27B2-AEDC95B22A9A}"/>
              </a:ext>
            </a:extLst>
          </p:cNvPr>
          <p:cNvSpPr txBox="1"/>
          <p:nvPr/>
        </p:nvSpPr>
        <p:spPr>
          <a:xfrm>
            <a:off x="4789020" y="2224885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A02D14F-3CB2-F512-E559-2BC9A9714AF5}"/>
              </a:ext>
            </a:extLst>
          </p:cNvPr>
          <p:cNvSpPr txBox="1"/>
          <p:nvPr/>
        </p:nvSpPr>
        <p:spPr>
          <a:xfrm>
            <a:off x="5721573" y="2219101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364F8514-7435-E3B3-3435-04D01C723ADB}"/>
              </a:ext>
            </a:extLst>
          </p:cNvPr>
          <p:cNvSpPr txBox="1"/>
          <p:nvPr/>
        </p:nvSpPr>
        <p:spPr>
          <a:xfrm>
            <a:off x="6609563" y="2236107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M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7188E0E6-F618-D9AC-E65E-F5E841ED0300}"/>
              </a:ext>
            </a:extLst>
          </p:cNvPr>
          <p:cNvSpPr txBox="1"/>
          <p:nvPr/>
        </p:nvSpPr>
        <p:spPr>
          <a:xfrm>
            <a:off x="4755779" y="3097520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5CF6982D-BD25-5379-D81C-3EB77D2B4C59}"/>
              </a:ext>
            </a:extLst>
          </p:cNvPr>
          <p:cNvSpPr txBox="1"/>
          <p:nvPr/>
        </p:nvSpPr>
        <p:spPr>
          <a:xfrm>
            <a:off x="4796725" y="4009419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M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D97815D4-897F-BC27-3400-2566C1A07854}"/>
              </a:ext>
            </a:extLst>
          </p:cNvPr>
          <p:cNvSpPr txBox="1"/>
          <p:nvPr/>
        </p:nvSpPr>
        <p:spPr>
          <a:xfrm>
            <a:off x="5729278" y="4003635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6B63C15D-F316-A3A5-F948-453417EEDF56}"/>
              </a:ext>
            </a:extLst>
          </p:cNvPr>
          <p:cNvSpPr txBox="1"/>
          <p:nvPr/>
        </p:nvSpPr>
        <p:spPr>
          <a:xfrm>
            <a:off x="6617268" y="4020641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96DEF718-95E4-776F-DBE1-B9A79FD41FF6}"/>
              </a:ext>
            </a:extLst>
          </p:cNvPr>
          <p:cNvSpPr txBox="1"/>
          <p:nvPr/>
        </p:nvSpPr>
        <p:spPr>
          <a:xfrm>
            <a:off x="5725687" y="3106444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E911DF4D-6B29-3AE4-6CF2-40DF7D57FE48}"/>
              </a:ext>
            </a:extLst>
          </p:cNvPr>
          <p:cNvSpPr txBox="1"/>
          <p:nvPr/>
        </p:nvSpPr>
        <p:spPr>
          <a:xfrm>
            <a:off x="6615647" y="3115664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E4D456FB-3098-2E14-1762-85071064DCBD}"/>
              </a:ext>
            </a:extLst>
          </p:cNvPr>
          <p:cNvSpPr txBox="1"/>
          <p:nvPr/>
        </p:nvSpPr>
        <p:spPr>
          <a:xfrm>
            <a:off x="4740014" y="4923130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C25F525-C986-CFA9-E88F-6345A567FEA2}"/>
              </a:ext>
            </a:extLst>
          </p:cNvPr>
          <p:cNvSpPr txBox="1"/>
          <p:nvPr/>
        </p:nvSpPr>
        <p:spPr>
          <a:xfrm>
            <a:off x="5672567" y="4917346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455E96F3-ABBD-924F-D8B3-5AB411816111}"/>
              </a:ext>
            </a:extLst>
          </p:cNvPr>
          <p:cNvSpPr txBox="1"/>
          <p:nvPr/>
        </p:nvSpPr>
        <p:spPr>
          <a:xfrm>
            <a:off x="6560557" y="4934352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BE0F1C9-5B06-F171-3FAE-168A1267888B}"/>
              </a:ext>
            </a:extLst>
          </p:cNvPr>
          <p:cNvSpPr txBox="1"/>
          <p:nvPr/>
        </p:nvSpPr>
        <p:spPr>
          <a:xfrm>
            <a:off x="5211816" y="2815555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9FEF18B5-5E9D-D17E-4773-CFF92077143E}"/>
              </a:ext>
            </a:extLst>
          </p:cNvPr>
          <p:cNvSpPr txBox="1"/>
          <p:nvPr/>
        </p:nvSpPr>
        <p:spPr>
          <a:xfrm>
            <a:off x="6143728" y="2833590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274927FC-4D7E-7BC6-770E-F984980399BE}"/>
              </a:ext>
            </a:extLst>
          </p:cNvPr>
          <p:cNvSpPr txBox="1"/>
          <p:nvPr/>
        </p:nvSpPr>
        <p:spPr>
          <a:xfrm>
            <a:off x="7047854" y="2842460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57AC35C8-BECE-1D48-1CDC-E35AAD98F865}"/>
              </a:ext>
            </a:extLst>
          </p:cNvPr>
          <p:cNvSpPr txBox="1"/>
          <p:nvPr/>
        </p:nvSpPr>
        <p:spPr>
          <a:xfrm>
            <a:off x="5255095" y="3712316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27E43F9-3C6F-0CAB-9949-2D740B21542F}"/>
              </a:ext>
            </a:extLst>
          </p:cNvPr>
          <p:cNvSpPr txBox="1"/>
          <p:nvPr/>
        </p:nvSpPr>
        <p:spPr>
          <a:xfrm>
            <a:off x="6187007" y="3730351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9084675B-F1B9-882B-D28F-37E8152DB9E9}"/>
              </a:ext>
            </a:extLst>
          </p:cNvPr>
          <p:cNvSpPr txBox="1"/>
          <p:nvPr/>
        </p:nvSpPr>
        <p:spPr>
          <a:xfrm>
            <a:off x="7091133" y="3739221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1869F7E6-9448-AB1E-28DC-4FA548AF57DF}"/>
              </a:ext>
            </a:extLst>
          </p:cNvPr>
          <p:cNvSpPr txBox="1"/>
          <p:nvPr/>
        </p:nvSpPr>
        <p:spPr>
          <a:xfrm>
            <a:off x="5228189" y="4600858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71DC784F-807D-A9BA-79EF-F95A555321F6}"/>
              </a:ext>
            </a:extLst>
          </p:cNvPr>
          <p:cNvSpPr txBox="1"/>
          <p:nvPr/>
        </p:nvSpPr>
        <p:spPr>
          <a:xfrm>
            <a:off x="6160101" y="4618893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BB9CCB29-647B-C9EC-7D5D-73D5528FC07C}"/>
              </a:ext>
            </a:extLst>
          </p:cNvPr>
          <p:cNvSpPr txBox="1"/>
          <p:nvPr/>
        </p:nvSpPr>
        <p:spPr>
          <a:xfrm>
            <a:off x="7064227" y="4627763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E5CF0AF2-0361-FA2F-69CA-87162209B63E}"/>
              </a:ext>
            </a:extLst>
          </p:cNvPr>
          <p:cNvSpPr txBox="1"/>
          <p:nvPr/>
        </p:nvSpPr>
        <p:spPr>
          <a:xfrm>
            <a:off x="5228189" y="5425728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5FEB74F-2970-002A-1765-21588525E3DA}"/>
              </a:ext>
            </a:extLst>
          </p:cNvPr>
          <p:cNvSpPr txBox="1"/>
          <p:nvPr/>
        </p:nvSpPr>
        <p:spPr>
          <a:xfrm>
            <a:off x="6160101" y="5443763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C47138BC-F55A-0B62-1E73-33E8FE457754}"/>
              </a:ext>
            </a:extLst>
          </p:cNvPr>
          <p:cNvSpPr txBox="1"/>
          <p:nvPr/>
        </p:nvSpPr>
        <p:spPr>
          <a:xfrm>
            <a:off x="7064227" y="5452633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A94B09B2-D328-FB52-AAA2-7259C573C52D}"/>
              </a:ext>
            </a:extLst>
          </p:cNvPr>
          <p:cNvSpPr txBox="1"/>
          <p:nvPr/>
        </p:nvSpPr>
        <p:spPr>
          <a:xfrm>
            <a:off x="5203483" y="2541200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8C1F9141-C617-60B1-7771-7822EC8DD3B4}"/>
              </a:ext>
            </a:extLst>
          </p:cNvPr>
          <p:cNvSpPr txBox="1"/>
          <p:nvPr/>
        </p:nvSpPr>
        <p:spPr>
          <a:xfrm>
            <a:off x="6135814" y="2550165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F0B7524A-5D88-773C-CA44-D498F4A56ABC}"/>
              </a:ext>
            </a:extLst>
          </p:cNvPr>
          <p:cNvSpPr txBox="1"/>
          <p:nvPr/>
        </p:nvSpPr>
        <p:spPr>
          <a:xfrm>
            <a:off x="7023321" y="2586022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A3F57E50-CDFA-86F2-365C-F641E88CBA54}"/>
              </a:ext>
            </a:extLst>
          </p:cNvPr>
          <p:cNvSpPr txBox="1"/>
          <p:nvPr/>
        </p:nvSpPr>
        <p:spPr>
          <a:xfrm>
            <a:off x="5237217" y="3410693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2B12E506-2567-193E-049B-8606D196D92E}"/>
              </a:ext>
            </a:extLst>
          </p:cNvPr>
          <p:cNvSpPr txBox="1"/>
          <p:nvPr/>
        </p:nvSpPr>
        <p:spPr>
          <a:xfrm>
            <a:off x="6169548" y="3419658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2FCD8436-4463-3174-31DF-C4A29902E37C}"/>
              </a:ext>
            </a:extLst>
          </p:cNvPr>
          <p:cNvSpPr txBox="1"/>
          <p:nvPr/>
        </p:nvSpPr>
        <p:spPr>
          <a:xfrm>
            <a:off x="7057055" y="3455515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35B9F5B-5C6F-879C-6C99-5BB638A4C0AE}"/>
              </a:ext>
            </a:extLst>
          </p:cNvPr>
          <p:cNvSpPr txBox="1"/>
          <p:nvPr/>
        </p:nvSpPr>
        <p:spPr>
          <a:xfrm>
            <a:off x="5225483" y="4271837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DCAC539E-81D9-57D9-DED1-CF59D49767DF}"/>
              </a:ext>
            </a:extLst>
          </p:cNvPr>
          <p:cNvSpPr txBox="1"/>
          <p:nvPr/>
        </p:nvSpPr>
        <p:spPr>
          <a:xfrm>
            <a:off x="6157814" y="4280802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1D4784CD-0EEC-89AE-3E19-8B0F02A9EA56}"/>
              </a:ext>
            </a:extLst>
          </p:cNvPr>
          <p:cNvSpPr txBox="1"/>
          <p:nvPr/>
        </p:nvSpPr>
        <p:spPr>
          <a:xfrm>
            <a:off x="7045321" y="4316659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67CF1871-BF06-3FC9-D10D-3EF69D6D0AEC}"/>
              </a:ext>
            </a:extLst>
          </p:cNvPr>
          <p:cNvSpPr txBox="1"/>
          <p:nvPr/>
        </p:nvSpPr>
        <p:spPr>
          <a:xfrm>
            <a:off x="5204524" y="5141799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EB5724E-3E0A-0555-E19C-A9FDA7177CAE}"/>
              </a:ext>
            </a:extLst>
          </p:cNvPr>
          <p:cNvSpPr txBox="1"/>
          <p:nvPr/>
        </p:nvSpPr>
        <p:spPr>
          <a:xfrm>
            <a:off x="6136855" y="5150764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C05010B3-37F5-EAEB-2229-5CC2EA4E8D16}"/>
              </a:ext>
            </a:extLst>
          </p:cNvPr>
          <p:cNvSpPr txBox="1"/>
          <p:nvPr/>
        </p:nvSpPr>
        <p:spPr>
          <a:xfrm>
            <a:off x="7024362" y="5186621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pic>
        <p:nvPicPr>
          <p:cNvPr id="111" name="図 110">
            <a:extLst>
              <a:ext uri="{FF2B5EF4-FFF2-40B4-BE49-F238E27FC236}">
                <a16:creationId xmlns:a16="http://schemas.microsoft.com/office/drawing/2014/main" id="{1260D8E9-F37E-6884-99D2-EED807CA67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586616">
            <a:off x="11274793" y="1459254"/>
            <a:ext cx="958103" cy="958103"/>
          </a:xfrm>
          <a:prstGeom prst="rect">
            <a:avLst/>
          </a:prstGeom>
        </p:spPr>
      </p:pic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D161EC78-C299-4F9A-9CD5-E94F5BAC73A5}"/>
              </a:ext>
            </a:extLst>
          </p:cNvPr>
          <p:cNvSpPr txBox="1"/>
          <p:nvPr/>
        </p:nvSpPr>
        <p:spPr>
          <a:xfrm>
            <a:off x="4615621" y="6537140"/>
            <a:ext cx="3121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/>
              <a:t>１０～１２アイテム程度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24DDEEA6-5D4C-A198-EAD2-35516F2C40F8}"/>
              </a:ext>
            </a:extLst>
          </p:cNvPr>
          <p:cNvSpPr txBox="1"/>
          <p:nvPr/>
        </p:nvSpPr>
        <p:spPr>
          <a:xfrm>
            <a:off x="7754085" y="6476679"/>
            <a:ext cx="2522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/>
              <a:t>QR</a:t>
            </a:r>
            <a:r>
              <a:rPr kumimoji="1" lang="ja-JP" altLang="en-US" sz="1600"/>
              <a:t>は毎回ユニーク発行</a:t>
            </a:r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3E55EA8F-28A5-FAD9-C4D7-38B50DFE79D8}"/>
              </a:ext>
            </a:extLst>
          </p:cNvPr>
          <p:cNvCxnSpPr>
            <a:cxnSpLocks/>
            <a:stCxn id="113" idx="1"/>
          </p:cNvCxnSpPr>
          <p:nvPr/>
        </p:nvCxnSpPr>
        <p:spPr>
          <a:xfrm flipH="1" flipV="1">
            <a:off x="7326392" y="6048937"/>
            <a:ext cx="427693" cy="597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図 114">
            <a:extLst>
              <a:ext uri="{FF2B5EF4-FFF2-40B4-BE49-F238E27FC236}">
                <a16:creationId xmlns:a16="http://schemas.microsoft.com/office/drawing/2014/main" id="{42674EFA-3A86-2B02-FA07-DA524D7D0A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6" t="21083" r="31315" b="24874"/>
          <a:stretch/>
        </p:blipFill>
        <p:spPr>
          <a:xfrm>
            <a:off x="10848519" y="5760555"/>
            <a:ext cx="489505" cy="477053"/>
          </a:xfrm>
          <a:prstGeom prst="rect">
            <a:avLst/>
          </a:prstGeom>
        </p:spPr>
      </p:pic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5FD8EC33-6895-AF06-FE83-4B150BC8F57E}"/>
              </a:ext>
            </a:extLst>
          </p:cNvPr>
          <p:cNvSpPr txBox="1"/>
          <p:nvPr/>
        </p:nvSpPr>
        <p:spPr>
          <a:xfrm>
            <a:off x="8652516" y="5807042"/>
            <a:ext cx="1980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/>
              <a:t>保存は二次元コードを</a:t>
            </a:r>
            <a:endParaRPr lang="en-US" altLang="ja-JP" sz="1200"/>
          </a:p>
          <a:p>
            <a:pPr algn="ctr"/>
            <a:r>
              <a:rPr lang="ja-JP" altLang="en-US" sz="1200"/>
              <a:t>スマホでスキャン</a:t>
            </a:r>
            <a:endParaRPr kumimoji="1" lang="ja-JP" altLang="en-US" sz="1200"/>
          </a:p>
        </p:txBody>
      </p:sp>
      <p:sp>
        <p:nvSpPr>
          <p:cNvPr id="117" name="二等辺三角形 116">
            <a:extLst>
              <a:ext uri="{FF2B5EF4-FFF2-40B4-BE49-F238E27FC236}">
                <a16:creationId xmlns:a16="http://schemas.microsoft.com/office/drawing/2014/main" id="{168D9525-093C-2CFC-979B-5BD5B14CB661}"/>
              </a:ext>
            </a:extLst>
          </p:cNvPr>
          <p:cNvSpPr/>
          <p:nvPr/>
        </p:nvSpPr>
        <p:spPr>
          <a:xfrm rot="5400000">
            <a:off x="10475864" y="5890888"/>
            <a:ext cx="269265" cy="213427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E55094-D7FF-B144-C513-54F8FDE2BEF2}"/>
              </a:ext>
            </a:extLst>
          </p:cNvPr>
          <p:cNvSpPr txBox="1"/>
          <p:nvPr/>
        </p:nvSpPr>
        <p:spPr>
          <a:xfrm>
            <a:off x="8672613" y="6707294"/>
            <a:ext cx="346409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HAKUHODO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PRPDUCT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‘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 Inc, All  Rights  Reserved.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| CONFIDENTIAL</a:t>
            </a:r>
            <a:endParaRPr lang="ja-JP" altLang="en-US" sz="800">
              <a:solidFill>
                <a:schemeClr val="bg2">
                  <a:lumMod val="50000"/>
                </a:scheme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5547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91CFB-CEE5-3ED9-A0D3-9BB1DFFD6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277A9E-A694-9596-5BDE-578AC1CD78DB}"/>
              </a:ext>
            </a:extLst>
          </p:cNvPr>
          <p:cNvSpPr txBox="1"/>
          <p:nvPr/>
        </p:nvSpPr>
        <p:spPr>
          <a:xfrm>
            <a:off x="572752" y="29085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kern="100">
                <a:latin typeface="+mn-ea"/>
                <a:cs typeface="Times New Roman" panose="02020603050405020304" pitchFamily="18" charset="0"/>
              </a:rPr>
              <a:t>デジタル採寸ユーザーフローイメージ</a:t>
            </a:r>
            <a:endParaRPr lang="en-US" altLang="ja-JP" b="1" kern="10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9C5211-0A39-061C-F890-CF9720FE1B85}"/>
              </a:ext>
            </a:extLst>
          </p:cNvPr>
          <p:cNvSpPr txBox="1"/>
          <p:nvPr/>
        </p:nvSpPr>
        <p:spPr>
          <a:xfrm>
            <a:off x="477719" y="765642"/>
            <a:ext cx="324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⑥ポップアップ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CCD390-7918-71DE-D835-FD92DB5BC08B}"/>
              </a:ext>
            </a:extLst>
          </p:cNvPr>
          <p:cNvSpPr txBox="1"/>
          <p:nvPr/>
        </p:nvSpPr>
        <p:spPr>
          <a:xfrm>
            <a:off x="5974458" y="812582"/>
            <a:ext cx="324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⑦</a:t>
            </a:r>
            <a:r>
              <a:rPr lang="en-US" altLang="ja-JP"/>
              <a:t>WEB</a:t>
            </a:r>
            <a:r>
              <a:rPr lang="ja-JP" altLang="en-US"/>
              <a:t>ページ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F58E42-F9F9-5E27-7BF9-63B8E01FD63F}"/>
              </a:ext>
            </a:extLst>
          </p:cNvPr>
          <p:cNvSpPr txBox="1"/>
          <p:nvPr/>
        </p:nvSpPr>
        <p:spPr>
          <a:xfrm>
            <a:off x="2126017" y="1497823"/>
            <a:ext cx="154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bg1"/>
                </a:solidFill>
              </a:rPr>
              <a:t>ボディサイズ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CE03628-8F3A-B035-929F-DC92B61F8D6A}"/>
              </a:ext>
            </a:extLst>
          </p:cNvPr>
          <p:cNvCxnSpPr>
            <a:cxnSpLocks/>
          </p:cNvCxnSpPr>
          <p:nvPr/>
        </p:nvCxnSpPr>
        <p:spPr>
          <a:xfrm flipV="1">
            <a:off x="4254782" y="4769029"/>
            <a:ext cx="1288746" cy="1754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9783BE2-3738-FF7B-9232-88705B652307}"/>
              </a:ext>
            </a:extLst>
          </p:cNvPr>
          <p:cNvSpPr/>
          <p:nvPr/>
        </p:nvSpPr>
        <p:spPr>
          <a:xfrm>
            <a:off x="545470" y="1365393"/>
            <a:ext cx="3121268" cy="51874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091C968-D44B-993E-12C7-54CE62980247}"/>
              </a:ext>
            </a:extLst>
          </p:cNvPr>
          <p:cNvSpPr/>
          <p:nvPr/>
        </p:nvSpPr>
        <p:spPr>
          <a:xfrm>
            <a:off x="681321" y="1638300"/>
            <a:ext cx="1416424" cy="2639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156E062-1C7C-1358-8FF1-D15B4717FB39}"/>
              </a:ext>
            </a:extLst>
          </p:cNvPr>
          <p:cNvSpPr/>
          <p:nvPr/>
        </p:nvSpPr>
        <p:spPr>
          <a:xfrm>
            <a:off x="2106794" y="1640799"/>
            <a:ext cx="1416424" cy="263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3C95AE7-90DC-7031-7EF1-E67E9F39697C}"/>
              </a:ext>
            </a:extLst>
          </p:cNvPr>
          <p:cNvSpPr txBox="1"/>
          <p:nvPr/>
        </p:nvSpPr>
        <p:spPr>
          <a:xfrm>
            <a:off x="897680" y="1632295"/>
            <a:ext cx="1173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bg1"/>
                </a:solidFill>
              </a:rPr>
              <a:t>商品サイズ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C722342-F800-0DC5-2C7F-3B73D23FA960}"/>
              </a:ext>
            </a:extLst>
          </p:cNvPr>
          <p:cNvSpPr txBox="1"/>
          <p:nvPr/>
        </p:nvSpPr>
        <p:spPr>
          <a:xfrm>
            <a:off x="2179806" y="1632294"/>
            <a:ext cx="154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chemeClr val="bg1"/>
                </a:solidFill>
              </a:rPr>
              <a:t>ボディサイズ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6768DD4-133A-E601-ACCC-D6E594E33339}"/>
              </a:ext>
            </a:extLst>
          </p:cNvPr>
          <p:cNvSpPr/>
          <p:nvPr/>
        </p:nvSpPr>
        <p:spPr>
          <a:xfrm>
            <a:off x="660242" y="1912716"/>
            <a:ext cx="2895687" cy="4503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72DA08D-2813-4C93-E9BA-EAFC86ECB813}"/>
              </a:ext>
            </a:extLst>
          </p:cNvPr>
          <p:cNvGrpSpPr/>
          <p:nvPr/>
        </p:nvGrpSpPr>
        <p:grpSpPr>
          <a:xfrm>
            <a:off x="762987" y="2284627"/>
            <a:ext cx="2705543" cy="3518649"/>
            <a:chOff x="4876800" y="2205316"/>
            <a:chExt cx="2957146" cy="3845868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B4FEFA57-546F-33AB-B223-6CE533634444}"/>
                </a:ext>
              </a:extLst>
            </p:cNvPr>
            <p:cNvSpPr/>
            <p:nvPr/>
          </p:nvSpPr>
          <p:spPr>
            <a:xfrm>
              <a:off x="4876800" y="2205318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D393914A-C534-0D58-58B9-7B2B6086E525}"/>
                </a:ext>
              </a:extLst>
            </p:cNvPr>
            <p:cNvSpPr/>
            <p:nvPr/>
          </p:nvSpPr>
          <p:spPr>
            <a:xfrm>
              <a:off x="5889208" y="2205317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09630EB5-3DD1-81D2-D264-BEEC54CCB8B2}"/>
                </a:ext>
              </a:extLst>
            </p:cNvPr>
            <p:cNvSpPr/>
            <p:nvPr/>
          </p:nvSpPr>
          <p:spPr>
            <a:xfrm>
              <a:off x="6901616" y="2205316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94472580-D008-6FB9-3AAA-7F6E3C817A65}"/>
                </a:ext>
              </a:extLst>
            </p:cNvPr>
            <p:cNvSpPr/>
            <p:nvPr/>
          </p:nvSpPr>
          <p:spPr>
            <a:xfrm>
              <a:off x="4876801" y="3182472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C152F937-F07E-2039-7DD3-135D4C5E22A6}"/>
                </a:ext>
              </a:extLst>
            </p:cNvPr>
            <p:cNvSpPr/>
            <p:nvPr/>
          </p:nvSpPr>
          <p:spPr>
            <a:xfrm>
              <a:off x="5889209" y="3182471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12120DE0-4584-EBAA-5487-037A80B95627}"/>
                </a:ext>
              </a:extLst>
            </p:cNvPr>
            <p:cNvSpPr/>
            <p:nvPr/>
          </p:nvSpPr>
          <p:spPr>
            <a:xfrm>
              <a:off x="6901617" y="3182470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EFCB41F9-62C7-EE85-B783-3508927F1BEE}"/>
                </a:ext>
              </a:extLst>
            </p:cNvPr>
            <p:cNvSpPr/>
            <p:nvPr/>
          </p:nvSpPr>
          <p:spPr>
            <a:xfrm>
              <a:off x="4876800" y="4150665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DA3088DA-8936-E2CE-3FE5-FC1FFB081D82}"/>
                </a:ext>
              </a:extLst>
            </p:cNvPr>
            <p:cNvSpPr/>
            <p:nvPr/>
          </p:nvSpPr>
          <p:spPr>
            <a:xfrm>
              <a:off x="5889208" y="4150664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0BA64ADF-EE2F-054F-07CE-F861A15F2ED3}"/>
                </a:ext>
              </a:extLst>
            </p:cNvPr>
            <p:cNvSpPr/>
            <p:nvPr/>
          </p:nvSpPr>
          <p:spPr>
            <a:xfrm>
              <a:off x="6901616" y="4150663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ECAF7548-3F36-4C3D-EB66-509EDED73FA7}"/>
                </a:ext>
              </a:extLst>
            </p:cNvPr>
            <p:cNvSpPr/>
            <p:nvPr/>
          </p:nvSpPr>
          <p:spPr>
            <a:xfrm>
              <a:off x="4876801" y="5127819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2A4318D6-AFB2-AD8A-D5D5-EB21B8227CC2}"/>
                </a:ext>
              </a:extLst>
            </p:cNvPr>
            <p:cNvSpPr/>
            <p:nvPr/>
          </p:nvSpPr>
          <p:spPr>
            <a:xfrm>
              <a:off x="5889209" y="5127818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4E522C82-1CDE-00A1-E484-79F8A0EC5C79}"/>
                </a:ext>
              </a:extLst>
            </p:cNvPr>
            <p:cNvSpPr/>
            <p:nvPr/>
          </p:nvSpPr>
          <p:spPr>
            <a:xfrm>
              <a:off x="6901617" y="5127817"/>
              <a:ext cx="932329" cy="923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24" name="図 123">
            <a:extLst>
              <a:ext uri="{FF2B5EF4-FFF2-40B4-BE49-F238E27FC236}">
                <a16:creationId xmlns:a16="http://schemas.microsoft.com/office/drawing/2014/main" id="{B6A381E4-3173-B1AC-9AF0-AFA9F238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16" t="21083" r="31315" b="24874"/>
          <a:stretch/>
        </p:blipFill>
        <p:spPr>
          <a:xfrm>
            <a:off x="2805567" y="5864579"/>
            <a:ext cx="489505" cy="477053"/>
          </a:xfrm>
          <a:prstGeom prst="rect">
            <a:avLst/>
          </a:prstGeom>
        </p:spPr>
      </p:pic>
      <p:pic>
        <p:nvPicPr>
          <p:cNvPr id="125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D49CEF6E-AD48-165B-900D-200DCAE2F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19" y="2627048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図 125">
            <a:extLst>
              <a:ext uri="{FF2B5EF4-FFF2-40B4-BE49-F238E27FC236}">
                <a16:creationId xmlns:a16="http://schemas.microsoft.com/office/drawing/2014/main" id="{B2A8767C-0FAE-6C75-091B-8FB6237DE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487" y="2618238"/>
            <a:ext cx="456902" cy="475216"/>
          </a:xfrm>
          <a:prstGeom prst="rect">
            <a:avLst/>
          </a:prstGeom>
        </p:spPr>
      </p:pic>
      <p:pic>
        <p:nvPicPr>
          <p:cNvPr id="127" name="図 126">
            <a:extLst>
              <a:ext uri="{FF2B5EF4-FFF2-40B4-BE49-F238E27FC236}">
                <a16:creationId xmlns:a16="http://schemas.microsoft.com/office/drawing/2014/main" id="{317FFC56-BF57-C928-04B8-1501DA9D4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9264" y="2616304"/>
            <a:ext cx="480131" cy="480131"/>
          </a:xfrm>
          <a:prstGeom prst="rect">
            <a:avLst/>
          </a:prstGeom>
        </p:spPr>
      </p:pic>
      <p:pic>
        <p:nvPicPr>
          <p:cNvPr id="128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C0569927-D2E3-26A5-CCB0-EC0408FEF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7" y="3514036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図 128">
            <a:extLst>
              <a:ext uri="{FF2B5EF4-FFF2-40B4-BE49-F238E27FC236}">
                <a16:creationId xmlns:a16="http://schemas.microsoft.com/office/drawing/2014/main" id="{2EBDD393-A969-D121-C1AA-0604BEC83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975" y="3505226"/>
            <a:ext cx="456902" cy="475216"/>
          </a:xfrm>
          <a:prstGeom prst="rect">
            <a:avLst/>
          </a:prstGeom>
        </p:spPr>
      </p:pic>
      <p:pic>
        <p:nvPicPr>
          <p:cNvPr id="130" name="図 129">
            <a:extLst>
              <a:ext uri="{FF2B5EF4-FFF2-40B4-BE49-F238E27FC236}">
                <a16:creationId xmlns:a16="http://schemas.microsoft.com/office/drawing/2014/main" id="{5F055AB2-CCA7-CC1D-760A-64CE62F32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752" y="3503292"/>
            <a:ext cx="480131" cy="480131"/>
          </a:xfrm>
          <a:prstGeom prst="rect">
            <a:avLst/>
          </a:prstGeom>
        </p:spPr>
      </p:pic>
      <p:pic>
        <p:nvPicPr>
          <p:cNvPr id="131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6693FFD0-4B98-E4C6-47B5-8884ADCC0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7" y="4415842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図 131">
            <a:extLst>
              <a:ext uri="{FF2B5EF4-FFF2-40B4-BE49-F238E27FC236}">
                <a16:creationId xmlns:a16="http://schemas.microsoft.com/office/drawing/2014/main" id="{52A85FAB-CF7A-5FE3-00B0-87CA319A9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975" y="4407032"/>
            <a:ext cx="456902" cy="475216"/>
          </a:xfrm>
          <a:prstGeom prst="rect">
            <a:avLst/>
          </a:prstGeom>
        </p:spPr>
      </p:pic>
      <p:pic>
        <p:nvPicPr>
          <p:cNvPr id="133" name="図 132">
            <a:extLst>
              <a:ext uri="{FF2B5EF4-FFF2-40B4-BE49-F238E27FC236}">
                <a16:creationId xmlns:a16="http://schemas.microsoft.com/office/drawing/2014/main" id="{D5F2AE1F-D759-EC99-1112-74FFA4ECB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752" y="4405098"/>
            <a:ext cx="480131" cy="480131"/>
          </a:xfrm>
          <a:prstGeom prst="rect">
            <a:avLst/>
          </a:prstGeom>
        </p:spPr>
      </p:pic>
      <p:pic>
        <p:nvPicPr>
          <p:cNvPr id="134" name="Picture 2" descr="歌舞伎町ドンキ発「ドンペンTシャツ」が大ブーム 「地雷系」から熱い支持｜よろず〜ニュース">
            <a:extLst>
              <a:ext uri="{FF2B5EF4-FFF2-40B4-BE49-F238E27FC236}">
                <a16:creationId xmlns:a16="http://schemas.microsoft.com/office/drawing/2014/main" id="{523005DA-D879-B008-C86D-D11EAC57D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17" y="5298016"/>
            <a:ext cx="439670" cy="43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図 134">
            <a:extLst>
              <a:ext uri="{FF2B5EF4-FFF2-40B4-BE49-F238E27FC236}">
                <a16:creationId xmlns:a16="http://schemas.microsoft.com/office/drawing/2014/main" id="{28BBECC7-5C60-8A37-3856-DE3FAC18A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385" y="5289206"/>
            <a:ext cx="456902" cy="475216"/>
          </a:xfrm>
          <a:prstGeom prst="rect">
            <a:avLst/>
          </a:prstGeom>
        </p:spPr>
      </p:pic>
      <p:pic>
        <p:nvPicPr>
          <p:cNvPr id="136" name="図 135">
            <a:extLst>
              <a:ext uri="{FF2B5EF4-FFF2-40B4-BE49-F238E27FC236}">
                <a16:creationId xmlns:a16="http://schemas.microsoft.com/office/drawing/2014/main" id="{19380EDE-D529-CA78-C750-52CE6A4D2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6162" y="5287272"/>
            <a:ext cx="480131" cy="480131"/>
          </a:xfrm>
          <a:prstGeom prst="rect">
            <a:avLst/>
          </a:prstGeom>
        </p:spPr>
      </p:pic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93BD85DA-F2DA-9592-79B8-5104DF815951}"/>
              </a:ext>
            </a:extLst>
          </p:cNvPr>
          <p:cNvSpPr txBox="1"/>
          <p:nvPr/>
        </p:nvSpPr>
        <p:spPr>
          <a:xfrm>
            <a:off x="643046" y="1949018"/>
            <a:ext cx="291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/>
              <a:t>あなたにおすすめのサイズ</a:t>
            </a:r>
            <a:endParaRPr kumimoji="1" lang="ja-JP" altLang="en-US" sz="1400"/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84B4D01B-8C3B-7B86-567A-0E2E2EAA1129}"/>
              </a:ext>
            </a:extLst>
          </p:cNvPr>
          <p:cNvSpPr txBox="1"/>
          <p:nvPr/>
        </p:nvSpPr>
        <p:spPr>
          <a:xfrm>
            <a:off x="609564" y="5911066"/>
            <a:ext cx="1980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/>
              <a:t>保存は二次元コードを</a:t>
            </a:r>
            <a:endParaRPr lang="en-US" altLang="ja-JP" sz="1200"/>
          </a:p>
          <a:p>
            <a:pPr algn="ctr"/>
            <a:r>
              <a:rPr lang="ja-JP" altLang="en-US" sz="1200"/>
              <a:t>スマホでスキャン</a:t>
            </a:r>
            <a:endParaRPr kumimoji="1" lang="ja-JP" altLang="en-US" sz="1200"/>
          </a:p>
        </p:txBody>
      </p:sp>
      <p:sp>
        <p:nvSpPr>
          <p:cNvPr id="139" name="二等辺三角形 138">
            <a:extLst>
              <a:ext uri="{FF2B5EF4-FFF2-40B4-BE49-F238E27FC236}">
                <a16:creationId xmlns:a16="http://schemas.microsoft.com/office/drawing/2014/main" id="{CD7E9307-C6B9-42E0-E337-C4C46FAEE58C}"/>
              </a:ext>
            </a:extLst>
          </p:cNvPr>
          <p:cNvSpPr/>
          <p:nvPr/>
        </p:nvSpPr>
        <p:spPr>
          <a:xfrm rot="5400000">
            <a:off x="2432912" y="5994912"/>
            <a:ext cx="269265" cy="213427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48348DBB-DE1B-5A6E-3640-344A1076B067}"/>
              </a:ext>
            </a:extLst>
          </p:cNvPr>
          <p:cNvSpPr txBox="1"/>
          <p:nvPr/>
        </p:nvSpPr>
        <p:spPr>
          <a:xfrm>
            <a:off x="733180" y="2297810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4892E1AB-52C6-4DD1-8972-F95BBD14386E}"/>
              </a:ext>
            </a:extLst>
          </p:cNvPr>
          <p:cNvSpPr txBox="1"/>
          <p:nvPr/>
        </p:nvSpPr>
        <p:spPr>
          <a:xfrm>
            <a:off x="1665733" y="2292026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5D156ADD-3DF8-F483-2723-2DE028445E69}"/>
              </a:ext>
            </a:extLst>
          </p:cNvPr>
          <p:cNvSpPr txBox="1"/>
          <p:nvPr/>
        </p:nvSpPr>
        <p:spPr>
          <a:xfrm>
            <a:off x="2553723" y="2309032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M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C36AB1B3-F16C-6A20-100A-06C80BC431FA}"/>
              </a:ext>
            </a:extLst>
          </p:cNvPr>
          <p:cNvSpPr txBox="1"/>
          <p:nvPr/>
        </p:nvSpPr>
        <p:spPr>
          <a:xfrm>
            <a:off x="699939" y="3170445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8D73597B-B298-C9AB-9485-FA60406511B2}"/>
              </a:ext>
            </a:extLst>
          </p:cNvPr>
          <p:cNvSpPr txBox="1"/>
          <p:nvPr/>
        </p:nvSpPr>
        <p:spPr>
          <a:xfrm>
            <a:off x="740885" y="4082344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139E54B7-FA75-8E22-463E-F93F17A885A6}"/>
              </a:ext>
            </a:extLst>
          </p:cNvPr>
          <p:cNvSpPr txBox="1"/>
          <p:nvPr/>
        </p:nvSpPr>
        <p:spPr>
          <a:xfrm>
            <a:off x="1673438" y="4076560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5638A5E0-F1A7-D9BC-820A-83B3FE3AF0D7}"/>
              </a:ext>
            </a:extLst>
          </p:cNvPr>
          <p:cNvSpPr txBox="1"/>
          <p:nvPr/>
        </p:nvSpPr>
        <p:spPr>
          <a:xfrm>
            <a:off x="2561428" y="4093566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618CC916-7529-85E6-9137-7AA2C7279FEF}"/>
              </a:ext>
            </a:extLst>
          </p:cNvPr>
          <p:cNvSpPr txBox="1"/>
          <p:nvPr/>
        </p:nvSpPr>
        <p:spPr>
          <a:xfrm>
            <a:off x="1669847" y="3179369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496A42FF-D760-E117-5D33-1287F3A58D31}"/>
              </a:ext>
            </a:extLst>
          </p:cNvPr>
          <p:cNvSpPr txBox="1"/>
          <p:nvPr/>
        </p:nvSpPr>
        <p:spPr>
          <a:xfrm>
            <a:off x="2559807" y="3188589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0808D750-0C8B-0948-4650-E6E6D88A5C1A}"/>
              </a:ext>
            </a:extLst>
          </p:cNvPr>
          <p:cNvSpPr txBox="1"/>
          <p:nvPr/>
        </p:nvSpPr>
        <p:spPr>
          <a:xfrm>
            <a:off x="684174" y="4996055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15602B9A-1863-DC6B-9001-D191AB4DAAC2}"/>
              </a:ext>
            </a:extLst>
          </p:cNvPr>
          <p:cNvSpPr txBox="1"/>
          <p:nvPr/>
        </p:nvSpPr>
        <p:spPr>
          <a:xfrm>
            <a:off x="1616727" y="4990271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11B6D3F7-6A90-A009-A41B-B2416FECCDC5}"/>
              </a:ext>
            </a:extLst>
          </p:cNvPr>
          <p:cNvSpPr txBox="1"/>
          <p:nvPr/>
        </p:nvSpPr>
        <p:spPr>
          <a:xfrm>
            <a:off x="2504717" y="5007277"/>
            <a:ext cx="900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/>
              <a:t>L</a:t>
            </a:r>
            <a:r>
              <a:rPr lang="ja-JP" altLang="en-US" sz="1200"/>
              <a:t>サイズ</a:t>
            </a:r>
            <a:endParaRPr kumimoji="1" lang="ja-JP" altLang="en-US" sz="1200"/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0FA27B52-B1B3-C04F-8016-D929E912770D}"/>
              </a:ext>
            </a:extLst>
          </p:cNvPr>
          <p:cNvSpPr txBox="1"/>
          <p:nvPr/>
        </p:nvSpPr>
        <p:spPr>
          <a:xfrm>
            <a:off x="1155976" y="2888480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32915061-D521-118F-DE2C-4477A7DA6095}"/>
              </a:ext>
            </a:extLst>
          </p:cNvPr>
          <p:cNvSpPr txBox="1"/>
          <p:nvPr/>
        </p:nvSpPr>
        <p:spPr>
          <a:xfrm>
            <a:off x="2087888" y="2906515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0C24BBEE-E325-F583-9261-24BC8BDC9BEB}"/>
              </a:ext>
            </a:extLst>
          </p:cNvPr>
          <p:cNvSpPr txBox="1"/>
          <p:nvPr/>
        </p:nvSpPr>
        <p:spPr>
          <a:xfrm>
            <a:off x="2992014" y="2915385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A3C70C5A-1A60-A81D-6C28-AFB998146CD0}"/>
              </a:ext>
            </a:extLst>
          </p:cNvPr>
          <p:cNvSpPr txBox="1"/>
          <p:nvPr/>
        </p:nvSpPr>
        <p:spPr>
          <a:xfrm>
            <a:off x="1199255" y="3785241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619FE3EB-07CD-1A1F-A4D5-29AE1B73C7BD}"/>
              </a:ext>
            </a:extLst>
          </p:cNvPr>
          <p:cNvSpPr txBox="1"/>
          <p:nvPr/>
        </p:nvSpPr>
        <p:spPr>
          <a:xfrm>
            <a:off x="2131167" y="3803276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9F934A93-AAD6-323E-60E1-6429EE93765F}"/>
              </a:ext>
            </a:extLst>
          </p:cNvPr>
          <p:cNvSpPr txBox="1"/>
          <p:nvPr/>
        </p:nvSpPr>
        <p:spPr>
          <a:xfrm>
            <a:off x="3035293" y="3812146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B2921096-E8C7-DC5F-EA38-EABF80F77441}"/>
              </a:ext>
            </a:extLst>
          </p:cNvPr>
          <p:cNvSpPr txBox="1"/>
          <p:nvPr/>
        </p:nvSpPr>
        <p:spPr>
          <a:xfrm>
            <a:off x="1172349" y="4673783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FD2811E9-1B30-02D7-33D7-FC37B2DAC749}"/>
              </a:ext>
            </a:extLst>
          </p:cNvPr>
          <p:cNvSpPr txBox="1"/>
          <p:nvPr/>
        </p:nvSpPr>
        <p:spPr>
          <a:xfrm>
            <a:off x="2104261" y="4691818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C679573C-2A52-06BC-3B26-150311978EF0}"/>
              </a:ext>
            </a:extLst>
          </p:cNvPr>
          <p:cNvSpPr txBox="1"/>
          <p:nvPr/>
        </p:nvSpPr>
        <p:spPr>
          <a:xfrm>
            <a:off x="3008387" y="4700688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F02F4441-2E68-26CD-8E82-2916EA66635F}"/>
              </a:ext>
            </a:extLst>
          </p:cNvPr>
          <p:cNvSpPr txBox="1"/>
          <p:nvPr/>
        </p:nvSpPr>
        <p:spPr>
          <a:xfrm>
            <a:off x="1172349" y="5498653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5AEC5A77-54F1-96FB-CBA5-7D4FC88D9C4F}"/>
              </a:ext>
            </a:extLst>
          </p:cNvPr>
          <p:cNvSpPr txBox="1"/>
          <p:nvPr/>
        </p:nvSpPr>
        <p:spPr>
          <a:xfrm>
            <a:off x="2104261" y="5516688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9BDF6416-AB21-FAD5-BE86-AB85F2F787D7}"/>
              </a:ext>
            </a:extLst>
          </p:cNvPr>
          <p:cNvSpPr txBox="1"/>
          <p:nvPr/>
        </p:nvSpPr>
        <p:spPr>
          <a:xfrm>
            <a:off x="3008387" y="5525558"/>
            <a:ext cx="5007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700"/>
              <a:t>0000</a:t>
            </a:r>
            <a:r>
              <a:rPr lang="ja-JP" altLang="en-US" sz="700"/>
              <a:t>円</a:t>
            </a:r>
            <a:endParaRPr kumimoji="1" lang="ja-JP" altLang="en-US" sz="700"/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73F02F22-55CC-0ADF-F6D2-F5C52D6B6A09}"/>
              </a:ext>
            </a:extLst>
          </p:cNvPr>
          <p:cNvSpPr txBox="1"/>
          <p:nvPr/>
        </p:nvSpPr>
        <p:spPr>
          <a:xfrm>
            <a:off x="1147643" y="2614125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AC482529-9325-A84A-A5E2-6A2715B39A8E}"/>
              </a:ext>
            </a:extLst>
          </p:cNvPr>
          <p:cNvSpPr txBox="1"/>
          <p:nvPr/>
        </p:nvSpPr>
        <p:spPr>
          <a:xfrm>
            <a:off x="2079974" y="2623090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66D9BAB2-97BF-8D3C-E286-6399FE8D9CC8}"/>
              </a:ext>
            </a:extLst>
          </p:cNvPr>
          <p:cNvSpPr txBox="1"/>
          <p:nvPr/>
        </p:nvSpPr>
        <p:spPr>
          <a:xfrm>
            <a:off x="2967481" y="2658947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5F4C88CD-F6B2-FAC2-7384-F186E33916C2}"/>
              </a:ext>
            </a:extLst>
          </p:cNvPr>
          <p:cNvSpPr txBox="1"/>
          <p:nvPr/>
        </p:nvSpPr>
        <p:spPr>
          <a:xfrm>
            <a:off x="1181377" y="3483618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36F37FFE-3504-BAE8-BF87-3EE8AF2BEC4A}"/>
              </a:ext>
            </a:extLst>
          </p:cNvPr>
          <p:cNvSpPr txBox="1"/>
          <p:nvPr/>
        </p:nvSpPr>
        <p:spPr>
          <a:xfrm>
            <a:off x="2113708" y="3492583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D304E4C5-E51D-383B-7A7B-66F3CA44BA6A}"/>
              </a:ext>
            </a:extLst>
          </p:cNvPr>
          <p:cNvSpPr txBox="1"/>
          <p:nvPr/>
        </p:nvSpPr>
        <p:spPr>
          <a:xfrm>
            <a:off x="3001215" y="3528440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ECEA8EBC-201E-9E9C-DDC5-C5A8FF7CC70C}"/>
              </a:ext>
            </a:extLst>
          </p:cNvPr>
          <p:cNvSpPr txBox="1"/>
          <p:nvPr/>
        </p:nvSpPr>
        <p:spPr>
          <a:xfrm>
            <a:off x="1169643" y="4344762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71" name="テキスト ボックス 170">
            <a:extLst>
              <a:ext uri="{FF2B5EF4-FFF2-40B4-BE49-F238E27FC236}">
                <a16:creationId xmlns:a16="http://schemas.microsoft.com/office/drawing/2014/main" id="{B3101B77-8AFF-BFE3-B281-E12A5EDC1BD6}"/>
              </a:ext>
            </a:extLst>
          </p:cNvPr>
          <p:cNvSpPr txBox="1"/>
          <p:nvPr/>
        </p:nvSpPr>
        <p:spPr>
          <a:xfrm>
            <a:off x="2101974" y="4353727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9C5009E5-3AE5-FE2D-94A2-302A4E27047F}"/>
              </a:ext>
            </a:extLst>
          </p:cNvPr>
          <p:cNvSpPr txBox="1"/>
          <p:nvPr/>
        </p:nvSpPr>
        <p:spPr>
          <a:xfrm>
            <a:off x="2989481" y="4389584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73" name="テキスト ボックス 172">
            <a:extLst>
              <a:ext uri="{FF2B5EF4-FFF2-40B4-BE49-F238E27FC236}">
                <a16:creationId xmlns:a16="http://schemas.microsoft.com/office/drawing/2014/main" id="{2F0073FA-471C-358F-B4FA-4E2BA8D86F01}"/>
              </a:ext>
            </a:extLst>
          </p:cNvPr>
          <p:cNvSpPr txBox="1"/>
          <p:nvPr/>
        </p:nvSpPr>
        <p:spPr>
          <a:xfrm>
            <a:off x="1148684" y="5214724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9604B6C5-55B3-F10F-411F-BAA349694A88}"/>
              </a:ext>
            </a:extLst>
          </p:cNvPr>
          <p:cNvSpPr txBox="1"/>
          <p:nvPr/>
        </p:nvSpPr>
        <p:spPr>
          <a:xfrm>
            <a:off x="2081015" y="5223689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A9DA00B5-727B-E70E-9EB7-9414400D81D6}"/>
              </a:ext>
            </a:extLst>
          </p:cNvPr>
          <p:cNvSpPr txBox="1"/>
          <p:nvPr/>
        </p:nvSpPr>
        <p:spPr>
          <a:xfrm>
            <a:off x="2968522" y="5259546"/>
            <a:ext cx="554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"/>
              <a:t>ああああああああ</a:t>
            </a:r>
          </a:p>
        </p:txBody>
      </p:sp>
      <p:pic>
        <p:nvPicPr>
          <p:cNvPr id="176" name="図 175">
            <a:extLst>
              <a:ext uri="{FF2B5EF4-FFF2-40B4-BE49-F238E27FC236}">
                <a16:creationId xmlns:a16="http://schemas.microsoft.com/office/drawing/2014/main" id="{64D8E4A6-D3D6-39F1-5FEF-AE3F0250D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58919">
            <a:off x="3520975" y="5738227"/>
            <a:ext cx="680805" cy="1066948"/>
          </a:xfrm>
          <a:prstGeom prst="rect">
            <a:avLst/>
          </a:prstGeom>
        </p:spPr>
      </p:pic>
      <p:pic>
        <p:nvPicPr>
          <p:cNvPr id="177" name="図 176">
            <a:extLst>
              <a:ext uri="{FF2B5EF4-FFF2-40B4-BE49-F238E27FC236}">
                <a16:creationId xmlns:a16="http://schemas.microsoft.com/office/drawing/2014/main" id="{F3A9BFE7-F046-F2CA-3A1B-085E7424B9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586616">
            <a:off x="3202468" y="4449341"/>
            <a:ext cx="958103" cy="958103"/>
          </a:xfrm>
          <a:prstGeom prst="rect">
            <a:avLst/>
          </a:prstGeom>
        </p:spPr>
      </p:pic>
      <p:grpSp>
        <p:nvGrpSpPr>
          <p:cNvPr id="178" name="グループ化 177">
            <a:extLst>
              <a:ext uri="{FF2B5EF4-FFF2-40B4-BE49-F238E27FC236}">
                <a16:creationId xmlns:a16="http://schemas.microsoft.com/office/drawing/2014/main" id="{AEDEC7BE-1079-D47C-EF90-190D1E28865C}"/>
              </a:ext>
            </a:extLst>
          </p:cNvPr>
          <p:cNvGrpSpPr/>
          <p:nvPr/>
        </p:nvGrpSpPr>
        <p:grpSpPr>
          <a:xfrm>
            <a:off x="889489" y="2661722"/>
            <a:ext cx="2597086" cy="2462172"/>
            <a:chOff x="3300758" y="1695420"/>
            <a:chExt cx="2597086" cy="2462172"/>
          </a:xfrm>
        </p:grpSpPr>
        <p:pic>
          <p:nvPicPr>
            <p:cNvPr id="179" name="Picture 2" descr="歌舞伎町ドンキ発「ドンペンTシャツ」が大ブーム 「地雷系」から熱い支持｜よろず〜ニュース">
              <a:extLst>
                <a:ext uri="{FF2B5EF4-FFF2-40B4-BE49-F238E27FC236}">
                  <a16:creationId xmlns:a16="http://schemas.microsoft.com/office/drawing/2014/main" id="{6E2DA2D7-8006-AD8C-BF68-81395C7173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3975" y="3360154"/>
              <a:ext cx="439670" cy="4396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0" name="図 179">
              <a:extLst>
                <a:ext uri="{FF2B5EF4-FFF2-40B4-BE49-F238E27FC236}">
                  <a16:creationId xmlns:a16="http://schemas.microsoft.com/office/drawing/2014/main" id="{44962CA0-01E1-710F-958A-AA73F21B3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6743" y="3351344"/>
              <a:ext cx="456902" cy="475216"/>
            </a:xfrm>
            <a:prstGeom prst="rect">
              <a:avLst/>
            </a:prstGeom>
          </p:spPr>
        </p:pic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B491D161-6DFC-9FB7-010C-C30BDEB35A19}"/>
                </a:ext>
              </a:extLst>
            </p:cNvPr>
            <p:cNvSpPr/>
            <p:nvPr/>
          </p:nvSpPr>
          <p:spPr>
            <a:xfrm>
              <a:off x="3307173" y="1695420"/>
              <a:ext cx="2486076" cy="24621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82" name="図 181">
              <a:extLst>
                <a:ext uri="{FF2B5EF4-FFF2-40B4-BE49-F238E27FC236}">
                  <a16:creationId xmlns:a16="http://schemas.microsoft.com/office/drawing/2014/main" id="{94510B89-D528-A9F1-2652-7C4D11B38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019" t="4104"/>
            <a:stretch/>
          </p:blipFill>
          <p:spPr>
            <a:xfrm>
              <a:off x="3353240" y="2741096"/>
              <a:ext cx="1361651" cy="1389389"/>
            </a:xfrm>
            <a:prstGeom prst="rect">
              <a:avLst/>
            </a:prstGeom>
          </p:spPr>
        </p:pic>
        <p:sp>
          <p:nvSpPr>
            <p:cNvPr id="183" name="テキスト ボックス 182">
              <a:extLst>
                <a:ext uri="{FF2B5EF4-FFF2-40B4-BE49-F238E27FC236}">
                  <a16:creationId xmlns:a16="http://schemas.microsoft.com/office/drawing/2014/main" id="{DB2E89E3-CFF2-8C35-FE66-8B5611E8779B}"/>
                </a:ext>
              </a:extLst>
            </p:cNvPr>
            <p:cNvSpPr txBox="1"/>
            <p:nvPr/>
          </p:nvSpPr>
          <p:spPr>
            <a:xfrm>
              <a:off x="3385567" y="2010416"/>
              <a:ext cx="2316459" cy="33855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b="1">
                  <a:solidFill>
                    <a:schemeClr val="bg1"/>
                  </a:solidFill>
                </a:rPr>
                <a:t>推奨サイズ：</a:t>
              </a:r>
              <a:r>
                <a:rPr kumimoji="1" lang="en-US" altLang="ja-JP" sz="1600" b="1">
                  <a:solidFill>
                    <a:schemeClr val="bg1"/>
                  </a:solidFill>
                </a:rPr>
                <a:t>L</a:t>
              </a:r>
              <a:r>
                <a:rPr kumimoji="1" lang="ja-JP" altLang="en-US" sz="1600" b="1">
                  <a:solidFill>
                    <a:schemeClr val="bg1"/>
                  </a:solidFill>
                </a:rPr>
                <a:t>サイズ</a:t>
              </a:r>
            </a:p>
          </p:txBody>
        </p:sp>
        <p:sp>
          <p:nvSpPr>
            <p:cNvPr id="184" name="テキスト ボックス 183">
              <a:extLst>
                <a:ext uri="{FF2B5EF4-FFF2-40B4-BE49-F238E27FC236}">
                  <a16:creationId xmlns:a16="http://schemas.microsoft.com/office/drawing/2014/main" id="{88B53677-C0A6-8CD8-3631-A670D585A50D}"/>
                </a:ext>
              </a:extLst>
            </p:cNvPr>
            <p:cNvSpPr txBox="1"/>
            <p:nvPr/>
          </p:nvSpPr>
          <p:spPr>
            <a:xfrm>
              <a:off x="3300758" y="2443854"/>
              <a:ext cx="24860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商品名商品名商品名</a:t>
              </a:r>
            </a:p>
          </p:txBody>
        </p:sp>
        <p:sp>
          <p:nvSpPr>
            <p:cNvPr id="185" name="テキスト ボックス 184">
              <a:extLst>
                <a:ext uri="{FF2B5EF4-FFF2-40B4-BE49-F238E27FC236}">
                  <a16:creationId xmlns:a16="http://schemas.microsoft.com/office/drawing/2014/main" id="{4018CBBA-898D-0F26-3C50-C6265B687F6B}"/>
                </a:ext>
              </a:extLst>
            </p:cNvPr>
            <p:cNvSpPr txBox="1"/>
            <p:nvPr/>
          </p:nvSpPr>
          <p:spPr>
            <a:xfrm>
              <a:off x="4608111" y="3758803"/>
              <a:ext cx="12457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/>
                <a:t>0000</a:t>
              </a:r>
              <a:r>
                <a:rPr kumimoji="1" lang="ja-JP" altLang="en-US" sz="1100"/>
                <a:t>円（税込）</a:t>
              </a:r>
            </a:p>
          </p:txBody>
        </p:sp>
        <p:sp>
          <p:nvSpPr>
            <p:cNvPr id="186" name="テキスト ボックス 185">
              <a:extLst>
                <a:ext uri="{FF2B5EF4-FFF2-40B4-BE49-F238E27FC236}">
                  <a16:creationId xmlns:a16="http://schemas.microsoft.com/office/drawing/2014/main" id="{B350F919-36FE-E068-B6E6-C30108D2C8C3}"/>
                </a:ext>
              </a:extLst>
            </p:cNvPr>
            <p:cNvSpPr txBox="1"/>
            <p:nvPr/>
          </p:nvSpPr>
          <p:spPr>
            <a:xfrm>
              <a:off x="4652076" y="3103233"/>
              <a:ext cx="12457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100"/>
                <a:t>カラー：白、黒</a:t>
              </a:r>
              <a:endParaRPr kumimoji="1" lang="ja-JP" altLang="en-US" sz="1100"/>
            </a:p>
          </p:txBody>
        </p:sp>
        <p:sp>
          <p:nvSpPr>
            <p:cNvPr id="187" name="テキスト ボックス 186">
              <a:extLst>
                <a:ext uri="{FF2B5EF4-FFF2-40B4-BE49-F238E27FC236}">
                  <a16:creationId xmlns:a16="http://schemas.microsoft.com/office/drawing/2014/main" id="{ECBD8D32-EB39-41F6-5E58-883FC5C8DA38}"/>
                </a:ext>
              </a:extLst>
            </p:cNvPr>
            <p:cNvSpPr txBox="1"/>
            <p:nvPr/>
          </p:nvSpPr>
          <p:spPr>
            <a:xfrm>
              <a:off x="4652077" y="3425781"/>
              <a:ext cx="12457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100"/>
                <a:t>素材：綿</a:t>
              </a:r>
              <a:r>
                <a:rPr lang="en-US" altLang="ja-JP" sz="1100"/>
                <a:t>100</a:t>
              </a:r>
              <a:r>
                <a:rPr lang="ja-JP" altLang="en-US" sz="1100"/>
                <a:t>％</a:t>
              </a:r>
              <a:endParaRPr kumimoji="1" lang="ja-JP" altLang="en-US" sz="1100"/>
            </a:p>
          </p:txBody>
        </p:sp>
        <p:sp>
          <p:nvSpPr>
            <p:cNvPr id="188" name="テキスト ボックス 187">
              <a:extLst>
                <a:ext uri="{FF2B5EF4-FFF2-40B4-BE49-F238E27FC236}">
                  <a16:creationId xmlns:a16="http://schemas.microsoft.com/office/drawing/2014/main" id="{BF01B9BA-A7EF-305B-D08F-8CA10F04F02B}"/>
                </a:ext>
              </a:extLst>
            </p:cNvPr>
            <p:cNvSpPr txBox="1"/>
            <p:nvPr/>
          </p:nvSpPr>
          <p:spPr>
            <a:xfrm>
              <a:off x="5448469" y="1710779"/>
              <a:ext cx="4457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/>
                <a:t>×</a:t>
              </a:r>
              <a:endParaRPr kumimoji="1" lang="ja-JP" altLang="en-US" sz="1600"/>
            </a:p>
          </p:txBody>
        </p:sp>
      </p:grpSp>
      <p:pic>
        <p:nvPicPr>
          <p:cNvPr id="210" name="図 209">
            <a:extLst>
              <a:ext uri="{FF2B5EF4-FFF2-40B4-BE49-F238E27FC236}">
                <a16:creationId xmlns:a16="http://schemas.microsoft.com/office/drawing/2014/main" id="{51332582-8308-419D-5A00-EA61151804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1911" y="1246758"/>
            <a:ext cx="2765944" cy="5277060"/>
          </a:xfrm>
          <a:prstGeom prst="rect">
            <a:avLst/>
          </a:prstGeom>
        </p:spPr>
      </p:pic>
      <p:sp>
        <p:nvSpPr>
          <p:cNvPr id="189" name="フリーフォーム: 図形 188">
            <a:extLst>
              <a:ext uri="{FF2B5EF4-FFF2-40B4-BE49-F238E27FC236}">
                <a16:creationId xmlns:a16="http://schemas.microsoft.com/office/drawing/2014/main" id="{C6D7F676-3818-418A-C3C0-0341D2FF7DB9}"/>
              </a:ext>
            </a:extLst>
          </p:cNvPr>
          <p:cNvSpPr/>
          <p:nvPr/>
        </p:nvSpPr>
        <p:spPr>
          <a:xfrm>
            <a:off x="5829300" y="6372730"/>
            <a:ext cx="2945423" cy="215931"/>
          </a:xfrm>
          <a:custGeom>
            <a:avLst/>
            <a:gdLst>
              <a:gd name="connsiteX0" fmla="*/ 0 w 3648634"/>
              <a:gd name="connsiteY0" fmla="*/ 224117 h 233388"/>
              <a:gd name="connsiteX1" fmla="*/ 995082 w 3648634"/>
              <a:gd name="connsiteY1" fmla="*/ 107576 h 233388"/>
              <a:gd name="connsiteX2" fmla="*/ 2026023 w 3648634"/>
              <a:gd name="connsiteY2" fmla="*/ 233082 h 233388"/>
              <a:gd name="connsiteX3" fmla="*/ 3406588 w 3648634"/>
              <a:gd name="connsiteY3" fmla="*/ 62753 h 233388"/>
              <a:gd name="connsiteX4" fmla="*/ 3639670 w 3648634"/>
              <a:gd name="connsiteY4" fmla="*/ 0 h 23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8634" h="233388">
                <a:moveTo>
                  <a:pt x="0" y="224117"/>
                </a:moveTo>
                <a:cubicBezTo>
                  <a:pt x="328706" y="165099"/>
                  <a:pt x="657412" y="106082"/>
                  <a:pt x="995082" y="107576"/>
                </a:cubicBezTo>
                <a:cubicBezTo>
                  <a:pt x="1332753" y="109070"/>
                  <a:pt x="1624105" y="240553"/>
                  <a:pt x="2026023" y="233082"/>
                </a:cubicBezTo>
                <a:cubicBezTo>
                  <a:pt x="2427941" y="225612"/>
                  <a:pt x="3137647" y="101600"/>
                  <a:pt x="3406588" y="62753"/>
                </a:cubicBezTo>
                <a:cubicBezTo>
                  <a:pt x="3675529" y="23906"/>
                  <a:pt x="3657599" y="11953"/>
                  <a:pt x="3639670" y="0"/>
                </a:cubicBezTo>
              </a:path>
            </a:pathLst>
          </a:cu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5CC059-5BC9-856A-E4B1-AA4A2751D782}"/>
              </a:ext>
            </a:extLst>
          </p:cNvPr>
          <p:cNvSpPr txBox="1"/>
          <p:nvPr/>
        </p:nvSpPr>
        <p:spPr>
          <a:xfrm>
            <a:off x="8672613" y="6707294"/>
            <a:ext cx="346409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HAKUHODO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PRPDUCT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‘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 Inc, All  Rights  Reserved.</a:t>
            </a:r>
            <a:r>
              <a:rPr lang="ja-JP" altLang="en-US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en-US" altLang="ja-JP" sz="800">
                <a:solidFill>
                  <a:schemeClr val="bg2">
                    <a:lumMod val="50000"/>
                  </a:scheme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| CONFIDENTIAL</a:t>
            </a:r>
            <a:endParaRPr lang="ja-JP" altLang="en-US" sz="800">
              <a:solidFill>
                <a:schemeClr val="bg2">
                  <a:lumMod val="50000"/>
                </a:scheme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161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513</Words>
  <Application>Microsoft Office PowerPoint</Application>
  <PresentationFormat>ワイド画面</PresentationFormat>
  <Paragraphs>162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Meiryo UI</vt:lpstr>
      <vt:lpstr>游ゴシック</vt:lpstr>
      <vt:lpstr>游ゴシック Light</vt:lpstr>
      <vt:lpstr>Arial</vt:lpstr>
      <vt:lpstr>Wingdings</vt:lpstr>
      <vt:lpstr>Office テーマ</vt:lpstr>
      <vt:lpstr>デジタル採寸サイネージのご提案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吉田 和史 プロダク コテメデ コテリテ</dc:creator>
  <cp:lastModifiedBy>荒井 拓巳</cp:lastModifiedBy>
  <cp:revision>2</cp:revision>
  <dcterms:created xsi:type="dcterms:W3CDTF">2026-01-21T06:12:58Z</dcterms:created>
  <dcterms:modified xsi:type="dcterms:W3CDTF">2026-04-24T07:10:39Z</dcterms:modified>
</cp:coreProperties>
</file>